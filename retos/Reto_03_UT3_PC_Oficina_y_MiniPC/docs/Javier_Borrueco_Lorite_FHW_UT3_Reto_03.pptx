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01D18D-5FFA-46E7-9374-4C518C20459D}" v="877" dt="2026-02-27T11:45:25.07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20" autoAdjust="0"/>
    <p:restoredTop sz="94660"/>
  </p:normalViewPr>
  <p:slideViewPr>
    <p:cSldViewPr snapToGrid="0">
      <p:cViewPr varScale="1">
        <p:scale>
          <a:sx n="73" d="100"/>
          <a:sy n="73" d="100"/>
        </p:scale>
        <p:origin x="72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vier Borrueco Lorite" userId="ddb7acc77d35d07b" providerId="Windows Live" clId="Web-{2701D18D-5FFA-46E7-9374-4C518C20459D}"/>
    <pc:docChg chg="mod addSld modSld addMainMaster delMainMaster">
      <pc:chgData name="Javier Borrueco Lorite" userId="ddb7acc77d35d07b" providerId="Windows Live" clId="Web-{2701D18D-5FFA-46E7-9374-4C518C20459D}" dt="2026-02-27T11:45:25.070" v="801" actId="20577"/>
      <pc:docMkLst>
        <pc:docMk/>
      </pc:docMkLst>
      <pc:sldChg chg="addSp delSp modSp mod modClrScheme chgLayout">
        <pc:chgData name="Javier Borrueco Lorite" userId="ddb7acc77d35d07b" providerId="Windows Live" clId="Web-{2701D18D-5FFA-46E7-9374-4C518C20459D}" dt="2026-02-27T11:18:51.649" v="420" actId="14100"/>
        <pc:sldMkLst>
          <pc:docMk/>
          <pc:sldMk cId="2406273178" sldId="256"/>
        </pc:sldMkLst>
        <pc:spChg chg="mod ord">
          <ac:chgData name="Javier Borrueco Lorite" userId="ddb7acc77d35d07b" providerId="Windows Live" clId="Web-{2701D18D-5FFA-46E7-9374-4C518C20459D}" dt="2026-02-27T11:18:51.649" v="420" actId="14100"/>
          <ac:spMkLst>
            <pc:docMk/>
            <pc:sldMk cId="2406273178" sldId="256"/>
            <ac:spMk id="2" creationId="{00000000-0000-0000-0000-000000000000}"/>
          </ac:spMkLst>
        </pc:spChg>
        <pc:spChg chg="mod ord">
          <ac:chgData name="Javier Borrueco Lorite" userId="ddb7acc77d35d07b" providerId="Windows Live" clId="Web-{2701D18D-5FFA-46E7-9374-4C518C20459D}" dt="2026-02-27T11:11:16.839" v="314" actId="20577"/>
          <ac:spMkLst>
            <pc:docMk/>
            <pc:sldMk cId="2406273178" sldId="256"/>
            <ac:spMk id="3" creationId="{00000000-0000-0000-0000-000000000000}"/>
          </ac:spMkLst>
        </pc:spChg>
        <pc:spChg chg="add del mod">
          <ac:chgData name="Javier Borrueco Lorite" userId="ddb7acc77d35d07b" providerId="Windows Live" clId="Web-{2701D18D-5FFA-46E7-9374-4C518C20459D}" dt="2026-02-27T11:02:33.735" v="67"/>
          <ac:spMkLst>
            <pc:docMk/>
            <pc:sldMk cId="2406273178" sldId="256"/>
            <ac:spMk id="5" creationId="{E615ABAC-26FA-3F35-FC58-CB87E9C1B517}"/>
          </ac:spMkLst>
        </pc:spChg>
        <pc:picChg chg="add del mod">
          <ac:chgData name="Javier Borrueco Lorite" userId="ddb7acc77d35d07b" providerId="Windows Live" clId="Web-{2701D18D-5FFA-46E7-9374-4C518C20459D}" dt="2026-02-27T11:01:48.811" v="64"/>
          <ac:picMkLst>
            <pc:docMk/>
            <pc:sldMk cId="2406273178" sldId="256"/>
            <ac:picMk id="4" creationId="{B41A1DA2-ABDF-84E8-DD04-6112C760BBD9}"/>
          </ac:picMkLst>
        </pc:picChg>
      </pc:sldChg>
      <pc:sldChg chg="modSp new">
        <pc:chgData name="Javier Borrueco Lorite" userId="ddb7acc77d35d07b" providerId="Windows Live" clId="Web-{2701D18D-5FFA-46E7-9374-4C518C20459D}" dt="2026-02-27T11:14:12.122" v="350" actId="20577"/>
        <pc:sldMkLst>
          <pc:docMk/>
          <pc:sldMk cId="1045592028" sldId="257"/>
        </pc:sldMkLst>
        <pc:spChg chg="mod">
          <ac:chgData name="Javier Borrueco Lorite" userId="ddb7acc77d35d07b" providerId="Windows Live" clId="Web-{2701D18D-5FFA-46E7-9374-4C518C20459D}" dt="2026-02-27T11:10:42.276" v="310" actId="20577"/>
          <ac:spMkLst>
            <pc:docMk/>
            <pc:sldMk cId="1045592028" sldId="257"/>
            <ac:spMk id="2" creationId="{F3544A2D-4C08-FF73-D75B-E5AB0DF82C0F}"/>
          </ac:spMkLst>
        </pc:spChg>
        <pc:spChg chg="mod">
          <ac:chgData name="Javier Borrueco Lorite" userId="ddb7acc77d35d07b" providerId="Windows Live" clId="Web-{2701D18D-5FFA-46E7-9374-4C518C20459D}" dt="2026-02-27T11:14:12.122" v="350" actId="20577"/>
          <ac:spMkLst>
            <pc:docMk/>
            <pc:sldMk cId="1045592028" sldId="257"/>
            <ac:spMk id="3" creationId="{4BCF5805-6361-D129-BE42-D8C5E294DC19}"/>
          </ac:spMkLst>
        </pc:spChg>
      </pc:sldChg>
      <pc:sldChg chg="modSp new">
        <pc:chgData name="Javier Borrueco Lorite" userId="ddb7acc77d35d07b" providerId="Windows Live" clId="Web-{2701D18D-5FFA-46E7-9374-4C518C20459D}" dt="2026-02-27T11:41:57.113" v="782" actId="20577"/>
        <pc:sldMkLst>
          <pc:docMk/>
          <pc:sldMk cId="1614943462" sldId="258"/>
        </pc:sldMkLst>
        <pc:spChg chg="mod">
          <ac:chgData name="Javier Borrueco Lorite" userId="ddb7acc77d35d07b" providerId="Windows Live" clId="Web-{2701D18D-5FFA-46E7-9374-4C518C20459D}" dt="2026-02-27T11:20:27.171" v="446" actId="14100"/>
          <ac:spMkLst>
            <pc:docMk/>
            <pc:sldMk cId="1614943462" sldId="258"/>
            <ac:spMk id="2" creationId="{D6500AA1-92B0-8CA9-CB4E-24E4D44F32AD}"/>
          </ac:spMkLst>
        </pc:spChg>
        <pc:spChg chg="mod">
          <ac:chgData name="Javier Borrueco Lorite" userId="ddb7acc77d35d07b" providerId="Windows Live" clId="Web-{2701D18D-5FFA-46E7-9374-4C518C20459D}" dt="2026-02-27T11:41:57.113" v="782" actId="20577"/>
          <ac:spMkLst>
            <pc:docMk/>
            <pc:sldMk cId="1614943462" sldId="258"/>
            <ac:spMk id="3" creationId="{073DCCA6-9B3F-BD09-F882-1B6214B901F8}"/>
          </ac:spMkLst>
        </pc:spChg>
      </pc:sldChg>
      <pc:sldChg chg="modSp new">
        <pc:chgData name="Javier Borrueco Lorite" userId="ddb7acc77d35d07b" providerId="Windows Live" clId="Web-{2701D18D-5FFA-46E7-9374-4C518C20459D}" dt="2026-02-27T11:41:36.722" v="777" actId="20577"/>
        <pc:sldMkLst>
          <pc:docMk/>
          <pc:sldMk cId="3528545778" sldId="259"/>
        </pc:sldMkLst>
        <pc:spChg chg="mod">
          <ac:chgData name="Javier Borrueco Lorite" userId="ddb7acc77d35d07b" providerId="Windows Live" clId="Web-{2701D18D-5FFA-46E7-9374-4C518C20459D}" dt="2026-02-27T11:18:33.475" v="416" actId="20577"/>
          <ac:spMkLst>
            <pc:docMk/>
            <pc:sldMk cId="3528545778" sldId="259"/>
            <ac:spMk id="2" creationId="{A9F140C6-B96F-45FA-89FF-3BDDFE92C65B}"/>
          </ac:spMkLst>
        </pc:spChg>
        <pc:spChg chg="mod">
          <ac:chgData name="Javier Borrueco Lorite" userId="ddb7acc77d35d07b" providerId="Windows Live" clId="Web-{2701D18D-5FFA-46E7-9374-4C518C20459D}" dt="2026-02-27T11:41:36.722" v="777" actId="20577"/>
          <ac:spMkLst>
            <pc:docMk/>
            <pc:sldMk cId="3528545778" sldId="259"/>
            <ac:spMk id="3" creationId="{1B635F5D-F518-C744-7B7D-69A0DFD57435}"/>
          </ac:spMkLst>
        </pc:spChg>
      </pc:sldChg>
      <pc:sldChg chg="modSp new">
        <pc:chgData name="Javier Borrueco Lorite" userId="ddb7acc77d35d07b" providerId="Windows Live" clId="Web-{2701D18D-5FFA-46E7-9374-4C518C20459D}" dt="2026-02-27T11:40:52.471" v="767" actId="14100"/>
        <pc:sldMkLst>
          <pc:docMk/>
          <pc:sldMk cId="632332222" sldId="260"/>
        </pc:sldMkLst>
        <pc:spChg chg="mod">
          <ac:chgData name="Javier Borrueco Lorite" userId="ddb7acc77d35d07b" providerId="Windows Live" clId="Web-{2701D18D-5FFA-46E7-9374-4C518C20459D}" dt="2026-02-27T11:24:13.149" v="502" actId="14100"/>
          <ac:spMkLst>
            <pc:docMk/>
            <pc:sldMk cId="632332222" sldId="260"/>
            <ac:spMk id="2" creationId="{5A37D1E9-F3BD-99D7-0ADB-01320B709F7F}"/>
          </ac:spMkLst>
        </pc:spChg>
        <pc:spChg chg="mod">
          <ac:chgData name="Javier Borrueco Lorite" userId="ddb7acc77d35d07b" providerId="Windows Live" clId="Web-{2701D18D-5FFA-46E7-9374-4C518C20459D}" dt="2026-02-27T11:40:52.471" v="767" actId="14100"/>
          <ac:spMkLst>
            <pc:docMk/>
            <pc:sldMk cId="632332222" sldId="260"/>
            <ac:spMk id="3" creationId="{B1969E6E-72DD-3A76-024C-20D682BF383F}"/>
          </ac:spMkLst>
        </pc:spChg>
      </pc:sldChg>
      <pc:sldChg chg="addSp delSp modSp new">
        <pc:chgData name="Javier Borrueco Lorite" userId="ddb7acc77d35d07b" providerId="Windows Live" clId="Web-{2701D18D-5FFA-46E7-9374-4C518C20459D}" dt="2026-02-27T11:32:33.299" v="663"/>
        <pc:sldMkLst>
          <pc:docMk/>
          <pc:sldMk cId="1847461682" sldId="261"/>
        </pc:sldMkLst>
        <pc:spChg chg="mod">
          <ac:chgData name="Javier Borrueco Lorite" userId="ddb7acc77d35d07b" providerId="Windows Live" clId="Web-{2701D18D-5FFA-46E7-9374-4C518C20459D}" dt="2026-02-27T11:25:46.479" v="525" actId="14100"/>
          <ac:spMkLst>
            <pc:docMk/>
            <pc:sldMk cId="1847461682" sldId="261"/>
            <ac:spMk id="2" creationId="{DCA0F723-A318-0463-0BBA-6F9FAB63858C}"/>
          </ac:spMkLst>
        </pc:spChg>
        <pc:spChg chg="add del mod">
          <ac:chgData name="Javier Borrueco Lorite" userId="ddb7acc77d35d07b" providerId="Windows Live" clId="Web-{2701D18D-5FFA-46E7-9374-4C518C20459D}" dt="2026-02-27T11:25:52.307" v="527"/>
          <ac:spMkLst>
            <pc:docMk/>
            <pc:sldMk cId="1847461682" sldId="261"/>
            <ac:spMk id="3" creationId="{15204314-CF38-A1F4-593A-A06AF0AC82C0}"/>
          </ac:spMkLst>
        </pc:spChg>
        <pc:spChg chg="add del mod">
          <ac:chgData name="Javier Borrueco Lorite" userId="ddb7acc77d35d07b" providerId="Windows Live" clId="Web-{2701D18D-5FFA-46E7-9374-4C518C20459D}" dt="2026-02-27T11:27:00.887" v="539"/>
          <ac:spMkLst>
            <pc:docMk/>
            <pc:sldMk cId="1847461682" sldId="261"/>
            <ac:spMk id="12" creationId="{8196FA8A-F5F6-FC21-EDC3-ACC786D05E0A}"/>
          </ac:spMkLst>
        </pc:spChg>
        <pc:graphicFrameChg chg="add del mod ord modGraphic">
          <ac:chgData name="Javier Borrueco Lorite" userId="ddb7acc77d35d07b" providerId="Windows Live" clId="Web-{2701D18D-5FFA-46E7-9374-4C518C20459D}" dt="2026-02-27T11:25:27.588" v="519"/>
          <ac:graphicFrameMkLst>
            <pc:docMk/>
            <pc:sldMk cId="1847461682" sldId="261"/>
            <ac:graphicFrameMk id="8" creationId="{1C56537B-89FA-F7FA-CDCD-BCBAF7F30BBA}"/>
          </ac:graphicFrameMkLst>
        </pc:graphicFrameChg>
        <pc:graphicFrameChg chg="add del mod ord modGraphic">
          <ac:chgData name="Javier Borrueco Lorite" userId="ddb7acc77d35d07b" providerId="Windows Live" clId="Web-{2701D18D-5FFA-46E7-9374-4C518C20459D}" dt="2026-02-27T11:26:36.402" v="538"/>
          <ac:graphicFrameMkLst>
            <pc:docMk/>
            <pc:sldMk cId="1847461682" sldId="261"/>
            <ac:graphicFrameMk id="10" creationId="{49314940-75AD-B32A-07CE-A2E742BB1662}"/>
          </ac:graphicFrameMkLst>
        </pc:graphicFrameChg>
        <pc:graphicFrameChg chg="add mod ord modGraphic">
          <ac:chgData name="Javier Borrueco Lorite" userId="ddb7acc77d35d07b" providerId="Windows Live" clId="Web-{2701D18D-5FFA-46E7-9374-4C518C20459D}" dt="2026-02-27T11:32:33.299" v="663"/>
          <ac:graphicFrameMkLst>
            <pc:docMk/>
            <pc:sldMk cId="1847461682" sldId="261"/>
            <ac:graphicFrameMk id="13" creationId="{0C3C5461-5968-8EA6-5F0B-C1DB6D71B9D5}"/>
          </ac:graphicFrameMkLst>
        </pc:graphicFrameChg>
      </pc:sldChg>
      <pc:sldChg chg="modSp new">
        <pc:chgData name="Javier Borrueco Lorite" userId="ddb7acc77d35d07b" providerId="Windows Live" clId="Web-{2701D18D-5FFA-46E7-9374-4C518C20459D}" dt="2026-02-27T11:37:58.512" v="727" actId="20577"/>
        <pc:sldMkLst>
          <pc:docMk/>
          <pc:sldMk cId="2723542329" sldId="262"/>
        </pc:sldMkLst>
        <pc:spChg chg="mod">
          <ac:chgData name="Javier Borrueco Lorite" userId="ddb7acc77d35d07b" providerId="Windows Live" clId="Web-{2701D18D-5FFA-46E7-9374-4C518C20459D}" dt="2026-02-27T11:32:56.255" v="668" actId="14100"/>
          <ac:spMkLst>
            <pc:docMk/>
            <pc:sldMk cId="2723542329" sldId="262"/>
            <ac:spMk id="2" creationId="{31715A16-DDB8-8998-1F50-98CF25576BCE}"/>
          </ac:spMkLst>
        </pc:spChg>
        <pc:spChg chg="mod">
          <ac:chgData name="Javier Borrueco Lorite" userId="ddb7acc77d35d07b" providerId="Windows Live" clId="Web-{2701D18D-5FFA-46E7-9374-4C518C20459D}" dt="2026-02-27T11:37:58.512" v="727" actId="20577"/>
          <ac:spMkLst>
            <pc:docMk/>
            <pc:sldMk cId="2723542329" sldId="262"/>
            <ac:spMk id="3" creationId="{DE29DED8-37D3-69FE-CF0A-F1781EB7B269}"/>
          </ac:spMkLst>
        </pc:spChg>
      </pc:sldChg>
      <pc:sldChg chg="modSp new">
        <pc:chgData name="Javier Borrueco Lorite" userId="ddb7acc77d35d07b" providerId="Windows Live" clId="Web-{2701D18D-5FFA-46E7-9374-4C518C20459D}" dt="2026-02-27T11:45:25.070" v="801" actId="20577"/>
        <pc:sldMkLst>
          <pc:docMk/>
          <pc:sldMk cId="878221350" sldId="263"/>
        </pc:sldMkLst>
        <pc:spChg chg="mod">
          <ac:chgData name="Javier Borrueco Lorite" userId="ddb7acc77d35d07b" providerId="Windows Live" clId="Web-{2701D18D-5FFA-46E7-9374-4C518C20459D}" dt="2026-02-27T11:35:35.348" v="708" actId="14100"/>
          <ac:spMkLst>
            <pc:docMk/>
            <pc:sldMk cId="878221350" sldId="263"/>
            <ac:spMk id="2" creationId="{638BD72A-07BA-C5E2-B7C0-72C941C21A66}"/>
          </ac:spMkLst>
        </pc:spChg>
        <pc:spChg chg="mod">
          <ac:chgData name="Javier Borrueco Lorite" userId="ddb7acc77d35d07b" providerId="Windows Live" clId="Web-{2701D18D-5FFA-46E7-9374-4C518C20459D}" dt="2026-02-27T11:45:25.070" v="801" actId="20577"/>
          <ac:spMkLst>
            <pc:docMk/>
            <pc:sldMk cId="878221350" sldId="263"/>
            <ac:spMk id="3" creationId="{1C813686-9556-D626-8E21-D69FE4ED378E}"/>
          </ac:spMkLst>
        </pc:spChg>
      </pc:sldChg>
      <pc:sldMasterChg chg="del delSldLayout">
        <pc:chgData name="Javier Borrueco Lorite" userId="ddb7acc77d35d07b" providerId="Windows Live" clId="Web-{2701D18D-5FFA-46E7-9374-4C518C20459D}" dt="2026-02-27T10:58:58.207" v="39"/>
        <pc:sldMasterMkLst>
          <pc:docMk/>
          <pc:sldMasterMk cId="2933118997" sldId="2147483648"/>
        </pc:sldMasterMkLst>
        <pc:sldLayoutChg chg="del">
          <pc:chgData name="Javier Borrueco Lorite" userId="ddb7acc77d35d07b" providerId="Windows Live" clId="Web-{2701D18D-5FFA-46E7-9374-4C518C20459D}" dt="2026-02-27T10:58:58.207" v="39"/>
          <pc:sldLayoutMkLst>
            <pc:docMk/>
            <pc:sldMasterMk cId="2933118997" sldId="2147483648"/>
            <pc:sldLayoutMk cId="2288191458" sldId="2147483649"/>
          </pc:sldLayoutMkLst>
        </pc:sldLayoutChg>
        <pc:sldLayoutChg chg="del">
          <pc:chgData name="Javier Borrueco Lorite" userId="ddb7acc77d35d07b" providerId="Windows Live" clId="Web-{2701D18D-5FFA-46E7-9374-4C518C20459D}" dt="2026-02-27T10:58:58.207" v="39"/>
          <pc:sldLayoutMkLst>
            <pc:docMk/>
            <pc:sldMasterMk cId="2933118997" sldId="2147483648"/>
            <pc:sldLayoutMk cId="3398174421" sldId="2147483650"/>
          </pc:sldLayoutMkLst>
        </pc:sldLayoutChg>
        <pc:sldLayoutChg chg="del">
          <pc:chgData name="Javier Borrueco Lorite" userId="ddb7acc77d35d07b" providerId="Windows Live" clId="Web-{2701D18D-5FFA-46E7-9374-4C518C20459D}" dt="2026-02-27T10:58:58.207" v="39"/>
          <pc:sldLayoutMkLst>
            <pc:docMk/>
            <pc:sldMasterMk cId="2933118997" sldId="2147483648"/>
            <pc:sldLayoutMk cId="2339700568" sldId="2147483651"/>
          </pc:sldLayoutMkLst>
        </pc:sldLayoutChg>
        <pc:sldLayoutChg chg="del">
          <pc:chgData name="Javier Borrueco Lorite" userId="ddb7acc77d35d07b" providerId="Windows Live" clId="Web-{2701D18D-5FFA-46E7-9374-4C518C20459D}" dt="2026-02-27T10:58:58.207" v="39"/>
          <pc:sldLayoutMkLst>
            <pc:docMk/>
            <pc:sldMasterMk cId="2933118997" sldId="2147483648"/>
            <pc:sldLayoutMk cId="979029867" sldId="2147483652"/>
          </pc:sldLayoutMkLst>
        </pc:sldLayoutChg>
        <pc:sldLayoutChg chg="del">
          <pc:chgData name="Javier Borrueco Lorite" userId="ddb7acc77d35d07b" providerId="Windows Live" clId="Web-{2701D18D-5FFA-46E7-9374-4C518C20459D}" dt="2026-02-27T10:58:58.207" v="39"/>
          <pc:sldLayoutMkLst>
            <pc:docMk/>
            <pc:sldMasterMk cId="2933118997" sldId="2147483648"/>
            <pc:sldLayoutMk cId="1752394269" sldId="2147483653"/>
          </pc:sldLayoutMkLst>
        </pc:sldLayoutChg>
        <pc:sldLayoutChg chg="del">
          <pc:chgData name="Javier Borrueco Lorite" userId="ddb7acc77d35d07b" providerId="Windows Live" clId="Web-{2701D18D-5FFA-46E7-9374-4C518C20459D}" dt="2026-02-27T10:58:58.207" v="39"/>
          <pc:sldLayoutMkLst>
            <pc:docMk/>
            <pc:sldMasterMk cId="2933118997" sldId="2147483648"/>
            <pc:sldLayoutMk cId="3630658609" sldId="2147483654"/>
          </pc:sldLayoutMkLst>
        </pc:sldLayoutChg>
        <pc:sldLayoutChg chg="del">
          <pc:chgData name="Javier Borrueco Lorite" userId="ddb7acc77d35d07b" providerId="Windows Live" clId="Web-{2701D18D-5FFA-46E7-9374-4C518C20459D}" dt="2026-02-27T10:58:58.207" v="39"/>
          <pc:sldLayoutMkLst>
            <pc:docMk/>
            <pc:sldMasterMk cId="2933118997" sldId="2147483648"/>
            <pc:sldLayoutMk cId="3682375612" sldId="2147483655"/>
          </pc:sldLayoutMkLst>
        </pc:sldLayoutChg>
        <pc:sldLayoutChg chg="del">
          <pc:chgData name="Javier Borrueco Lorite" userId="ddb7acc77d35d07b" providerId="Windows Live" clId="Web-{2701D18D-5FFA-46E7-9374-4C518C20459D}" dt="2026-02-27T10:58:58.207" v="39"/>
          <pc:sldLayoutMkLst>
            <pc:docMk/>
            <pc:sldMasterMk cId="2933118997" sldId="2147483648"/>
            <pc:sldLayoutMk cId="1360449816" sldId="2147483656"/>
          </pc:sldLayoutMkLst>
        </pc:sldLayoutChg>
        <pc:sldLayoutChg chg="del">
          <pc:chgData name="Javier Borrueco Lorite" userId="ddb7acc77d35d07b" providerId="Windows Live" clId="Web-{2701D18D-5FFA-46E7-9374-4C518C20459D}" dt="2026-02-27T10:58:58.207" v="39"/>
          <pc:sldLayoutMkLst>
            <pc:docMk/>
            <pc:sldMasterMk cId="2933118997" sldId="2147483648"/>
            <pc:sldLayoutMk cId="383603595" sldId="2147483657"/>
          </pc:sldLayoutMkLst>
        </pc:sldLayoutChg>
        <pc:sldLayoutChg chg="del">
          <pc:chgData name="Javier Borrueco Lorite" userId="ddb7acc77d35d07b" providerId="Windows Live" clId="Web-{2701D18D-5FFA-46E7-9374-4C518C20459D}" dt="2026-02-27T10:58:58.207" v="39"/>
          <pc:sldLayoutMkLst>
            <pc:docMk/>
            <pc:sldMasterMk cId="2933118997" sldId="2147483648"/>
            <pc:sldLayoutMk cId="541863252" sldId="2147483658"/>
          </pc:sldLayoutMkLst>
        </pc:sldLayoutChg>
        <pc:sldLayoutChg chg="del">
          <pc:chgData name="Javier Borrueco Lorite" userId="ddb7acc77d35d07b" providerId="Windows Live" clId="Web-{2701D18D-5FFA-46E7-9374-4C518C20459D}" dt="2026-02-27T10:58:58.207" v="39"/>
          <pc:sldLayoutMkLst>
            <pc:docMk/>
            <pc:sldMasterMk cId="2933118997" sldId="2147483648"/>
            <pc:sldLayoutMk cId="2215096201" sldId="2147483659"/>
          </pc:sldLayoutMkLst>
        </pc:sldLayoutChg>
      </pc:sldMasterChg>
      <pc:sldMasterChg chg="add del addSldLayout delSldLayout modSldLayout">
        <pc:chgData name="Javier Borrueco Lorite" userId="ddb7acc77d35d07b" providerId="Windows Live" clId="Web-{2701D18D-5FFA-46E7-9374-4C518C20459D}" dt="2026-02-27T11:01:56.655" v="65"/>
        <pc:sldMasterMkLst>
          <pc:docMk/>
          <pc:sldMasterMk cId="3160723684" sldId="2147483660"/>
        </pc:sldMasterMkLst>
        <pc:sldLayoutChg chg="add del mod replId">
          <pc:chgData name="Javier Borrueco Lorite" userId="ddb7acc77d35d07b" providerId="Windows Live" clId="Web-{2701D18D-5FFA-46E7-9374-4C518C20459D}" dt="2026-02-27T11:01:56.655" v="65"/>
          <pc:sldLayoutMkLst>
            <pc:docMk/>
            <pc:sldMasterMk cId="3160723684" sldId="2147483660"/>
            <pc:sldLayoutMk cId="593621405" sldId="2147483661"/>
          </pc:sldLayoutMkLst>
        </pc:sldLayoutChg>
        <pc:sldLayoutChg chg="add del mod replId">
          <pc:chgData name="Javier Borrueco Lorite" userId="ddb7acc77d35d07b" providerId="Windows Live" clId="Web-{2701D18D-5FFA-46E7-9374-4C518C20459D}" dt="2026-02-27T11:01:56.655" v="65"/>
          <pc:sldLayoutMkLst>
            <pc:docMk/>
            <pc:sldMasterMk cId="3160723684" sldId="2147483660"/>
            <pc:sldLayoutMk cId="4261275025" sldId="2147483662"/>
          </pc:sldLayoutMkLst>
        </pc:sldLayoutChg>
        <pc:sldLayoutChg chg="add del mod replId">
          <pc:chgData name="Javier Borrueco Lorite" userId="ddb7acc77d35d07b" providerId="Windows Live" clId="Web-{2701D18D-5FFA-46E7-9374-4C518C20459D}" dt="2026-02-27T11:01:56.655" v="65"/>
          <pc:sldLayoutMkLst>
            <pc:docMk/>
            <pc:sldMasterMk cId="3160723684" sldId="2147483660"/>
            <pc:sldLayoutMk cId="92247166" sldId="2147483663"/>
          </pc:sldLayoutMkLst>
        </pc:sldLayoutChg>
        <pc:sldLayoutChg chg="add del mod replId">
          <pc:chgData name="Javier Borrueco Lorite" userId="ddb7acc77d35d07b" providerId="Windows Live" clId="Web-{2701D18D-5FFA-46E7-9374-4C518C20459D}" dt="2026-02-27T11:01:56.655" v="65"/>
          <pc:sldLayoutMkLst>
            <pc:docMk/>
            <pc:sldMasterMk cId="3160723684" sldId="2147483660"/>
            <pc:sldLayoutMk cId="793989020" sldId="2147483664"/>
          </pc:sldLayoutMkLst>
        </pc:sldLayoutChg>
        <pc:sldLayoutChg chg="add del mod replId">
          <pc:chgData name="Javier Borrueco Lorite" userId="ddb7acc77d35d07b" providerId="Windows Live" clId="Web-{2701D18D-5FFA-46E7-9374-4C518C20459D}" dt="2026-02-27T11:01:56.655" v="65"/>
          <pc:sldLayoutMkLst>
            <pc:docMk/>
            <pc:sldMasterMk cId="3160723684" sldId="2147483660"/>
            <pc:sldLayoutMk cId="2785771867" sldId="2147483665"/>
          </pc:sldLayoutMkLst>
        </pc:sldLayoutChg>
        <pc:sldLayoutChg chg="add del mod replId">
          <pc:chgData name="Javier Borrueco Lorite" userId="ddb7acc77d35d07b" providerId="Windows Live" clId="Web-{2701D18D-5FFA-46E7-9374-4C518C20459D}" dt="2026-02-27T11:01:56.655" v="65"/>
          <pc:sldLayoutMkLst>
            <pc:docMk/>
            <pc:sldMasterMk cId="3160723684" sldId="2147483660"/>
            <pc:sldLayoutMk cId="958967271" sldId="2147483666"/>
          </pc:sldLayoutMkLst>
        </pc:sldLayoutChg>
        <pc:sldLayoutChg chg="add del mod replId">
          <pc:chgData name="Javier Borrueco Lorite" userId="ddb7acc77d35d07b" providerId="Windows Live" clId="Web-{2701D18D-5FFA-46E7-9374-4C518C20459D}" dt="2026-02-27T11:01:56.655" v="65"/>
          <pc:sldLayoutMkLst>
            <pc:docMk/>
            <pc:sldMasterMk cId="3160723684" sldId="2147483660"/>
            <pc:sldLayoutMk cId="3968151410" sldId="2147483667"/>
          </pc:sldLayoutMkLst>
        </pc:sldLayoutChg>
        <pc:sldLayoutChg chg="add del mod replId">
          <pc:chgData name="Javier Borrueco Lorite" userId="ddb7acc77d35d07b" providerId="Windows Live" clId="Web-{2701D18D-5FFA-46E7-9374-4C518C20459D}" dt="2026-02-27T11:01:56.655" v="65"/>
          <pc:sldLayoutMkLst>
            <pc:docMk/>
            <pc:sldMasterMk cId="3160723684" sldId="2147483660"/>
            <pc:sldLayoutMk cId="936599247" sldId="2147483668"/>
          </pc:sldLayoutMkLst>
        </pc:sldLayoutChg>
        <pc:sldLayoutChg chg="add del mod replId">
          <pc:chgData name="Javier Borrueco Lorite" userId="ddb7acc77d35d07b" providerId="Windows Live" clId="Web-{2701D18D-5FFA-46E7-9374-4C518C20459D}" dt="2026-02-27T11:01:56.655" v="65"/>
          <pc:sldLayoutMkLst>
            <pc:docMk/>
            <pc:sldMasterMk cId="3160723684" sldId="2147483660"/>
            <pc:sldLayoutMk cId="4245172302" sldId="2147483669"/>
          </pc:sldLayoutMkLst>
        </pc:sldLayoutChg>
        <pc:sldLayoutChg chg="add del mod replId">
          <pc:chgData name="Javier Borrueco Lorite" userId="ddb7acc77d35d07b" providerId="Windows Live" clId="Web-{2701D18D-5FFA-46E7-9374-4C518C20459D}" dt="2026-02-27T11:01:56.655" v="65"/>
          <pc:sldLayoutMkLst>
            <pc:docMk/>
            <pc:sldMasterMk cId="3160723684" sldId="2147483660"/>
            <pc:sldLayoutMk cId="3255723571" sldId="2147483670"/>
          </pc:sldLayoutMkLst>
        </pc:sldLayoutChg>
        <pc:sldLayoutChg chg="add del mod replId">
          <pc:chgData name="Javier Borrueco Lorite" userId="ddb7acc77d35d07b" providerId="Windows Live" clId="Web-{2701D18D-5FFA-46E7-9374-4C518C20459D}" dt="2026-02-27T11:01:56.655" v="65"/>
          <pc:sldLayoutMkLst>
            <pc:docMk/>
            <pc:sldMasterMk cId="3160723684" sldId="2147483660"/>
            <pc:sldLayoutMk cId="1612583463" sldId="2147483671"/>
          </pc:sldLayoutMkLst>
        </pc:sldLayoutChg>
      </pc:sldMasterChg>
      <pc:sldMasterChg chg="add addSldLayout modSldLayout">
        <pc:chgData name="Javier Borrueco Lorite" userId="ddb7acc77d35d07b" providerId="Windows Live" clId="Web-{2701D18D-5FFA-46E7-9374-4C518C20459D}" dt="2026-02-27T11:01:56.655" v="65"/>
        <pc:sldMasterMkLst>
          <pc:docMk/>
          <pc:sldMasterMk cId="2788006089" sldId="2147483672"/>
        </pc:sldMasterMkLst>
        <pc:sldLayoutChg chg="add mod replId">
          <pc:chgData name="Javier Borrueco Lorite" userId="ddb7acc77d35d07b" providerId="Windows Live" clId="Web-{2701D18D-5FFA-46E7-9374-4C518C20459D}" dt="2026-02-27T11:01:56.655" v="65"/>
          <pc:sldLayoutMkLst>
            <pc:docMk/>
            <pc:sldMasterMk cId="2788006089" sldId="2147483672"/>
            <pc:sldLayoutMk cId="4161396099" sldId="2147483673"/>
          </pc:sldLayoutMkLst>
        </pc:sldLayoutChg>
        <pc:sldLayoutChg chg="add mod replId">
          <pc:chgData name="Javier Borrueco Lorite" userId="ddb7acc77d35d07b" providerId="Windows Live" clId="Web-{2701D18D-5FFA-46E7-9374-4C518C20459D}" dt="2026-02-27T11:01:56.655" v="65"/>
          <pc:sldLayoutMkLst>
            <pc:docMk/>
            <pc:sldMasterMk cId="2788006089" sldId="2147483672"/>
            <pc:sldLayoutMk cId="4262818939" sldId="2147483674"/>
          </pc:sldLayoutMkLst>
        </pc:sldLayoutChg>
        <pc:sldLayoutChg chg="add mod replId">
          <pc:chgData name="Javier Borrueco Lorite" userId="ddb7acc77d35d07b" providerId="Windows Live" clId="Web-{2701D18D-5FFA-46E7-9374-4C518C20459D}" dt="2026-02-27T11:01:56.655" v="65"/>
          <pc:sldLayoutMkLst>
            <pc:docMk/>
            <pc:sldMasterMk cId="2788006089" sldId="2147483672"/>
            <pc:sldLayoutMk cId="2230443339" sldId="2147483675"/>
          </pc:sldLayoutMkLst>
        </pc:sldLayoutChg>
        <pc:sldLayoutChg chg="add mod replId">
          <pc:chgData name="Javier Borrueco Lorite" userId="ddb7acc77d35d07b" providerId="Windows Live" clId="Web-{2701D18D-5FFA-46E7-9374-4C518C20459D}" dt="2026-02-27T11:01:56.655" v="65"/>
          <pc:sldLayoutMkLst>
            <pc:docMk/>
            <pc:sldMasterMk cId="2788006089" sldId="2147483672"/>
            <pc:sldLayoutMk cId="1188151468" sldId="2147483676"/>
          </pc:sldLayoutMkLst>
        </pc:sldLayoutChg>
        <pc:sldLayoutChg chg="add mod replId">
          <pc:chgData name="Javier Borrueco Lorite" userId="ddb7acc77d35d07b" providerId="Windows Live" clId="Web-{2701D18D-5FFA-46E7-9374-4C518C20459D}" dt="2026-02-27T11:01:56.655" v="65"/>
          <pc:sldLayoutMkLst>
            <pc:docMk/>
            <pc:sldMasterMk cId="2788006089" sldId="2147483672"/>
            <pc:sldLayoutMk cId="3098909994" sldId="2147483677"/>
          </pc:sldLayoutMkLst>
        </pc:sldLayoutChg>
        <pc:sldLayoutChg chg="add mod replId">
          <pc:chgData name="Javier Borrueco Lorite" userId="ddb7acc77d35d07b" providerId="Windows Live" clId="Web-{2701D18D-5FFA-46E7-9374-4C518C20459D}" dt="2026-02-27T11:01:56.655" v="65"/>
          <pc:sldLayoutMkLst>
            <pc:docMk/>
            <pc:sldMasterMk cId="2788006089" sldId="2147483672"/>
            <pc:sldLayoutMk cId="4146123942" sldId="2147483678"/>
          </pc:sldLayoutMkLst>
        </pc:sldLayoutChg>
        <pc:sldLayoutChg chg="add mod replId">
          <pc:chgData name="Javier Borrueco Lorite" userId="ddb7acc77d35d07b" providerId="Windows Live" clId="Web-{2701D18D-5FFA-46E7-9374-4C518C20459D}" dt="2026-02-27T11:01:56.655" v="65"/>
          <pc:sldLayoutMkLst>
            <pc:docMk/>
            <pc:sldMasterMk cId="2788006089" sldId="2147483672"/>
            <pc:sldLayoutMk cId="1430437234" sldId="2147483679"/>
          </pc:sldLayoutMkLst>
        </pc:sldLayoutChg>
        <pc:sldLayoutChg chg="add mod replId">
          <pc:chgData name="Javier Borrueco Lorite" userId="ddb7acc77d35d07b" providerId="Windows Live" clId="Web-{2701D18D-5FFA-46E7-9374-4C518C20459D}" dt="2026-02-27T11:01:56.655" v="65"/>
          <pc:sldLayoutMkLst>
            <pc:docMk/>
            <pc:sldMasterMk cId="2788006089" sldId="2147483672"/>
            <pc:sldLayoutMk cId="4172790134" sldId="2147483680"/>
          </pc:sldLayoutMkLst>
        </pc:sldLayoutChg>
        <pc:sldLayoutChg chg="add mod replId">
          <pc:chgData name="Javier Borrueco Lorite" userId="ddb7acc77d35d07b" providerId="Windows Live" clId="Web-{2701D18D-5FFA-46E7-9374-4C518C20459D}" dt="2026-02-27T11:01:56.655" v="65"/>
          <pc:sldLayoutMkLst>
            <pc:docMk/>
            <pc:sldMasterMk cId="2788006089" sldId="2147483672"/>
            <pc:sldLayoutMk cId="1391738216" sldId="2147483681"/>
          </pc:sldLayoutMkLst>
        </pc:sldLayoutChg>
        <pc:sldLayoutChg chg="add mod replId">
          <pc:chgData name="Javier Borrueco Lorite" userId="ddb7acc77d35d07b" providerId="Windows Live" clId="Web-{2701D18D-5FFA-46E7-9374-4C518C20459D}" dt="2026-02-27T11:01:56.655" v="65"/>
          <pc:sldLayoutMkLst>
            <pc:docMk/>
            <pc:sldMasterMk cId="2788006089" sldId="2147483672"/>
            <pc:sldLayoutMk cId="176807110" sldId="2147483682"/>
          </pc:sldLayoutMkLst>
        </pc:sldLayoutChg>
        <pc:sldLayoutChg chg="add mod replId">
          <pc:chgData name="Javier Borrueco Lorite" userId="ddb7acc77d35d07b" providerId="Windows Live" clId="Web-{2701D18D-5FFA-46E7-9374-4C518C20459D}" dt="2026-02-27T11:01:56.655" v="65"/>
          <pc:sldLayoutMkLst>
            <pc:docMk/>
            <pc:sldMasterMk cId="2788006089" sldId="2147483672"/>
            <pc:sldLayoutMk cId="1276753018" sldId="2147483683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9D6F5-A9D4-C22B-732C-A31A172FB9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209393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1AFD6E-3459-290F-1147-F0C47ACEEA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46774"/>
            <a:ext cx="9144000" cy="106689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 cap="all" spc="300" baseline="0"/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4674D3-6FB9-5549-B0F2-FD61E82D1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E39B8-A7CB-4B82-AC0C-44B99F546761}" type="datetimeFigureOut">
              <a:rPr lang="en-US" dirty="0"/>
              <a:t>2/27/2026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239BBC-C979-2C77-493E-CF5498AEB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813B7E-A51C-D9CD-2189-650A9D63B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13960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155F0-A6D4-C39B-394F-0B16E9C9C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D1860F-B260-57CE-E12B-2C94860319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745C9F-D94D-E5D3-B73A-20621FA53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E3940-CA92-4FEE-A698-62CF7BC5AC36}" type="datetimeFigureOut">
              <a:rPr lang="en-US" dirty="0"/>
              <a:t>2/27/2026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FAB243-BB42-966A-4708-15C9B11D6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C3A3BD-2CC5-03D3-4CD6-E31A55BA2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28189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D8633-AC3B-E617-1C54-84932DDD7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4236" y="1514688"/>
            <a:ext cx="8584164" cy="3138875"/>
          </a:xfrm>
        </p:spPr>
        <p:txBody>
          <a:bodyPr anchor="b">
            <a:normAutofit/>
          </a:bodyPr>
          <a:lstStyle>
            <a:lvl1pPr>
              <a:defRPr sz="3600" cap="all" spc="3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68C242-ECAB-AEC3-7E9B-F9854AF31C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74236" y="4963885"/>
            <a:ext cx="8584165" cy="1125765"/>
          </a:xfrm>
        </p:spPr>
        <p:txBody>
          <a:bodyPr>
            <a:normAutofit/>
          </a:bodyPr>
          <a:lstStyle>
            <a:lvl1pPr marL="0" indent="0">
              <a:buNone/>
              <a:defRPr sz="1600" cap="all" spc="300" baseline="0">
                <a:solidFill>
                  <a:schemeClr val="tx2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0D9B82-EEF4-2CD7-61FE-BAFB2B96D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CD641-6C35-45D1-9313-2719E9EA8AD8}" type="datetimeFigureOut">
              <a:rPr lang="en-US" dirty="0"/>
              <a:t>2/27/2026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A222B6-F7A8-70A5-B023-FCAD5D7C4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85D758-2E38-8A8D-75BC-667F6A23B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04433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60DFF-11BD-F5F4-35D4-1986ABBD3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5D1279-E9A9-702E-144D-61114B788E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77824" y="2159175"/>
            <a:ext cx="4977453" cy="401778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84E624-7A76-56EC-FA0D-E2AA8EF9B9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8391" y="2159175"/>
            <a:ext cx="4985785" cy="401778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9D7DF5-30AD-AE47-D516-5CEE82770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01268-3A74-4110-8F08-063DFB8BB885}" type="datetimeFigureOut">
              <a:rPr lang="en-US" dirty="0"/>
              <a:t>2/27/2026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05C503-B649-B083-6341-F6E376AF8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53EA35-CF5A-DB36-8B14-5C184B6F1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81514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BA3D8-FDD9-329B-BCC6-BBF47F01B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348" y="602671"/>
            <a:ext cx="10429303" cy="76892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EEF7DC-0699-CB3C-A7CB-39035D89A4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1349" y="1696325"/>
            <a:ext cx="4963538" cy="647700"/>
          </a:xfrm>
        </p:spPr>
        <p:txBody>
          <a:bodyPr anchor="b">
            <a:noAutofit/>
          </a:bodyPr>
          <a:lstStyle>
            <a:lvl1pPr marL="0" indent="0">
              <a:buNone/>
              <a:defRPr sz="1400" b="1" cap="all" spc="300" baseline="0"/>
            </a:lvl1pPr>
            <a:lvl2pPr marL="457200" indent="0">
              <a:buNone/>
              <a:defRPr sz="1400" b="1"/>
            </a:lvl2pPr>
            <a:lvl3pPr marL="914400" indent="0">
              <a:buNone/>
              <a:defRPr sz="1400" b="1"/>
            </a:lvl3pPr>
            <a:lvl4pPr marL="1371600" indent="0">
              <a:buNone/>
              <a:defRPr sz="1400" b="1"/>
            </a:lvl4pPr>
            <a:lvl5pPr marL="1828800" indent="0">
              <a:buNone/>
              <a:defRPr sz="1400" b="1"/>
            </a:lvl5pPr>
            <a:lvl6pPr marL="2286000" indent="0">
              <a:buNone/>
              <a:defRPr sz="1400" b="1"/>
            </a:lvl6pPr>
            <a:lvl7pPr marL="2743200" indent="0">
              <a:buNone/>
              <a:defRPr sz="1400" b="1"/>
            </a:lvl7pPr>
            <a:lvl8pPr marL="3200400" indent="0">
              <a:buNone/>
              <a:defRPr sz="1400" b="1"/>
            </a:lvl8pPr>
            <a:lvl9pPr marL="3657600" indent="0">
              <a:buNone/>
              <a:defRPr sz="14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52EB40-99E1-CCA4-BAFA-F51AA56CF2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81349" y="2344025"/>
            <a:ext cx="4963538" cy="383337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8979BC-6B50-751D-D569-F360938B05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2669" y="1696325"/>
            <a:ext cx="4987982" cy="647700"/>
          </a:xfrm>
        </p:spPr>
        <p:txBody>
          <a:bodyPr anchor="b">
            <a:noAutofit/>
          </a:bodyPr>
          <a:lstStyle>
            <a:lvl1pPr marL="0" indent="0">
              <a:buNone/>
              <a:defRPr sz="1400" b="1" cap="all" spc="300" baseline="0"/>
            </a:lvl1pPr>
            <a:lvl2pPr marL="457200" indent="0">
              <a:buNone/>
              <a:defRPr sz="1400" b="1"/>
            </a:lvl2pPr>
            <a:lvl3pPr marL="914400" indent="0">
              <a:buNone/>
              <a:defRPr sz="1400" b="1"/>
            </a:lvl3pPr>
            <a:lvl4pPr marL="1371600" indent="0">
              <a:buNone/>
              <a:defRPr sz="1400" b="1"/>
            </a:lvl4pPr>
            <a:lvl5pPr marL="1828800" indent="0">
              <a:buNone/>
              <a:defRPr sz="1400" b="1"/>
            </a:lvl5pPr>
            <a:lvl6pPr marL="2286000" indent="0">
              <a:buNone/>
              <a:defRPr sz="1400" b="1"/>
            </a:lvl6pPr>
            <a:lvl7pPr marL="2743200" indent="0">
              <a:buNone/>
              <a:defRPr sz="1400" b="1"/>
            </a:lvl7pPr>
            <a:lvl8pPr marL="3200400" indent="0">
              <a:buNone/>
              <a:defRPr sz="1400" b="1"/>
            </a:lvl8pPr>
            <a:lvl9pPr marL="3657600" indent="0">
              <a:buNone/>
              <a:defRPr sz="14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A3A26F-230E-2D25-6BDC-6ECA00FAEF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22669" y="2344025"/>
            <a:ext cx="4987982" cy="383337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182A01-DE7C-3BA4-96FF-CDEF2F608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1C1AF-C1FB-48A7-98B4-E595E63F6614}" type="datetimeFigureOut">
              <a:rPr lang="en-US" dirty="0"/>
              <a:t>2/27/2026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CAA828-0166-8ECD-BCE8-654BEFDD7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90C0D2-459A-04AA-FD90-7687D2FE8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89099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D549F-FA71-857F-E02E-3CB63CE68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569611-F911-D3D4-B613-ACCDA56C4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44C44-5F8C-4BEA-BBCE-8694F126DC43}" type="datetimeFigureOut">
              <a:rPr lang="en-US" dirty="0"/>
              <a:t>2/27/2026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EA1961-0B6B-8FEB-F2CB-C42E90EF2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2AA80E-3139-9F1B-9C3E-2A76628CF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61239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F54789-9F96-511A-0FB6-24F6A8418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E56F9-C8F2-4EF7-8042-704C94FF2795}" type="datetimeFigureOut">
              <a:rPr lang="en-US" dirty="0"/>
              <a:t>2/27/2026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780399-ADEF-8F74-9F59-6AD804C93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B6A34F-ABAB-9C4E-38A1-C6EEB944B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04372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E3917-2BF6-1CE2-F34B-49F0D09A1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07868"/>
            <a:ext cx="3640713" cy="2062594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15B8F-A9F3-8583-FFF1-175021F17A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2898" y="807867"/>
            <a:ext cx="5922489" cy="505318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D90AFF-A949-CE9E-6B94-C1B6196129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000652"/>
            <a:ext cx="3640713" cy="2868336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95267E-088F-FB9A-9469-551890F29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932DF-953D-44BD-83F8-5D8DA76EA12A}" type="datetimeFigureOut">
              <a:rPr lang="en-US" dirty="0"/>
              <a:t>2/27/2026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EA3FFC-B3A6-C0B6-5DAE-70BE0D6FB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08D35F-BC2E-8D14-060F-449CBAF7C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27901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909ED-ED97-A3CE-5569-77B45F414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20881"/>
            <a:ext cx="3639312" cy="206259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83BB3A-9E24-DE4C-9619-1502F1B6F38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247408" y="919595"/>
            <a:ext cx="6107979" cy="5013614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B4CE1F-29E0-88BB-8489-E58236B8B1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000652"/>
            <a:ext cx="3643889" cy="2868336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4B7212-6816-FFD1-50B2-58844AD38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F326D-65F4-4B2F-9A62-9E4BD9402C47}" type="datetimeFigureOut">
              <a:rPr lang="en-US" dirty="0"/>
              <a:t>2/27/2026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417744-5A24-B7B7-5FD6-E98E60832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CDA4D1-A71D-A7A6-3D0C-294E5D280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17382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990AE-F72C-4C2E-E2D0-7A8D7EEF0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41B46D-142E-8C8E-C4F4-B6B1586A6F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4D92E3-36AD-2615-0166-6B73C34F1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42F6F-0846-489A-A4BC-61B476BE2887}" type="datetimeFigureOut">
              <a:rPr lang="en-US" dirty="0"/>
              <a:t>2/27/2026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0BFB69-319D-2284-2734-217160D39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6883B0-C775-5BD2-8EC6-A41D19BCA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8071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040463-6D41-8D45-088A-540B0D1883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592281"/>
            <a:ext cx="2628900" cy="5584681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5F2276-7F04-F3F7-E3CE-F81C8DC637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92281"/>
            <a:ext cx="7734300" cy="5584681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1802BF-9E0C-3251-8FAE-81F07DB05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9DF21-A340-467A-94AB-9502647BB771}" type="datetimeFigureOut">
              <a:rPr lang="en-US" dirty="0"/>
              <a:t>2/27/2026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9F1754-5B8F-A9FA-E8B1-06E04CE28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01E6A8-5139-ECD4-CC0C-32FFC6741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67530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5858A62-FE72-978B-BE71-05908D82E1A4}"/>
              </a:ext>
            </a:extLst>
          </p:cNvPr>
          <p:cNvSpPr/>
          <p:nvPr/>
        </p:nvSpPr>
        <p:spPr>
          <a:xfrm>
            <a:off x="0" y="0"/>
            <a:ext cx="12192000" cy="6860161"/>
          </a:xfrm>
          <a:prstGeom prst="rect">
            <a:avLst/>
          </a:prstGeom>
          <a:solidFill>
            <a:schemeClr val="bg2">
              <a:lumMod val="75000"/>
              <a:alpha val="15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A14B7-4740-5D9F-6489-BAD00C3E0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108" y="588245"/>
            <a:ext cx="10449784" cy="12659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90487F-803F-C5AF-BD93-39C0FC7389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77824" y="2157984"/>
            <a:ext cx="10442448" cy="39038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86FCEF-4EDF-C2EF-7D81-FEFF7042F3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77824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spc="300" baseline="0">
                <a:solidFill>
                  <a:schemeClr val="tx2"/>
                </a:solidFill>
              </a:defRPr>
            </a:lvl1pPr>
          </a:lstStyle>
          <a:p>
            <a:fld id="{F9B0CB28-85DB-480B-8C99-FD493ACC7120}" type="datetimeFigureOut">
              <a:rPr lang="en-US" dirty="0"/>
              <a:t>2/27/2026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4663BC-4D46-C74D-DDF2-9D25B4D96F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32320" y="6356350"/>
            <a:ext cx="42976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30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1B4EAE-CB5C-D14B-77EF-7B155FA683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9999" y="6356350"/>
            <a:ext cx="521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2"/>
                </a:solidFill>
                <a:latin typeface="+mj-lt"/>
              </a:defRPr>
            </a:lvl1pPr>
          </a:lstStyle>
          <a:p>
            <a:fld id="{5E4DE196-8A13-4FF7-A07E-102851959EAB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8006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2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 userDrawn="1">
          <p15:clr>
            <a:srgbClr val="F26B43"/>
          </p15:clr>
        </p15:guide>
        <p15:guide id="4" pos="3840" userDrawn="1">
          <p15:clr>
            <a:srgbClr val="F26B43"/>
          </p15:clr>
        </p15:guide>
        <p15:guide id="5" orient="horz" pos="3816" userDrawn="1">
          <p15:clr>
            <a:srgbClr val="F26B43"/>
          </p15:clr>
        </p15:guide>
        <p15:guide id="6" orient="horz" pos="117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ccomponentes.com/amd-ryzen-5-5600gt-36-46ghz-box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ccomponentes.com/kingston-fury-beast-ddr4-3200-mhz-8gb-cl16" TargetMode="External"/><Relationship Id="rId2" Type="http://schemas.openxmlformats.org/officeDocument/2006/relationships/hyperlink" Target="https://www.pccomponentes.com/gigabyte-b450m-k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ccomponentes.com/msi-mag-a550bn-550w-80-plus-bronze" TargetMode="External"/><Relationship Id="rId2" Type="http://schemas.openxmlformats.org/officeDocument/2006/relationships/hyperlink" Target="https://www.pccomponentes.com/wd-blue-sn580-500gb-ssd-m2-pcie-40-nvme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pccomponentes.com/tempest-rampart-argb-m-atx-cristal-templado-usb-30-negra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ccomponentes.com/gigabyte-b450m-k" TargetMode="External"/><Relationship Id="rId7" Type="http://schemas.openxmlformats.org/officeDocument/2006/relationships/hyperlink" Target="https://www.pccomponentes.com/tempest-rampart-argb-m-atx-cristal-templado-usb-30-negra" TargetMode="External"/><Relationship Id="rId2" Type="http://schemas.openxmlformats.org/officeDocument/2006/relationships/hyperlink" Target="https://www.pccomponentes.com/amd-ryzen-5-5600gt-36-46ghz-box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pccomponentes.com/msi-mag-a550bn-550w-80-plus-bronze" TargetMode="External"/><Relationship Id="rId5" Type="http://schemas.openxmlformats.org/officeDocument/2006/relationships/hyperlink" Target="https://www.pccomponentes.com/wd-blue-sn580-500gb-ssd-m2-pcie-40-nvme" TargetMode="External"/><Relationship Id="rId4" Type="http://schemas.openxmlformats.org/officeDocument/2006/relationships/hyperlink" Target="https://www.pccomponentes.com/kingston-fury-beast-ddr4-3200-mhz-8gb-cl16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mazon.es/Blackview-MP60-actualizado-Espandibile-Display/dp/B0FL25SB34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5062" y="745440"/>
            <a:ext cx="12190598" cy="2247696"/>
          </a:xfrm>
        </p:spPr>
        <p:txBody>
          <a:bodyPr>
            <a:normAutofit/>
          </a:bodyPr>
          <a:lstStyle/>
          <a:p>
            <a:r>
              <a:rPr lang="es-ES" sz="4800" b="1" dirty="0">
                <a:ea typeface="+mj-lt"/>
                <a:cs typeface="+mj-lt"/>
              </a:rPr>
              <a:t>Reto_03_UT3_PC_Oficina_y_MiniPC</a:t>
            </a:r>
            <a:endParaRPr lang="es-ES" sz="4800" b="1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4012747"/>
            <a:ext cx="9144000" cy="1400917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 sz="2400" dirty="0"/>
              <a:t>Javier Borrueco Lorite</a:t>
            </a:r>
          </a:p>
          <a:p>
            <a:r>
              <a:rPr lang="es-ES" sz="2400" dirty="0"/>
              <a:t>Grupo 3</a:t>
            </a:r>
          </a:p>
          <a:p>
            <a:r>
              <a:rPr lang="es-ES" sz="2400" dirty="0"/>
              <a:t>20/02/2026</a:t>
            </a:r>
          </a:p>
        </p:txBody>
      </p:sp>
    </p:spTree>
    <p:extLst>
      <p:ext uri="{BB962C8B-B14F-4D97-AF65-F5344CB8AC3E}">
        <p14:creationId xmlns:p14="http://schemas.microsoft.com/office/powerpoint/2010/main" val="2406273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544A2D-4C08-FF73-D75B-E5AB0DF82C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108" y="442108"/>
            <a:ext cx="10439346" cy="973655"/>
          </a:xfrm>
        </p:spPr>
        <p:txBody>
          <a:bodyPr>
            <a:normAutofit/>
          </a:bodyPr>
          <a:lstStyle/>
          <a:p>
            <a:pPr algn="ctr"/>
            <a:r>
              <a:rPr lang="es-ES" sz="4000" dirty="0"/>
              <a:t>Objetivo y requisitos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BCF5805-6361-D129-BE42-D8C5E294DC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s-ES" sz="2800" dirty="0"/>
              <a:t>Objetivo: </a:t>
            </a:r>
          </a:p>
          <a:p>
            <a:pPr marL="0" indent="0">
              <a:buNone/>
            </a:pPr>
            <a:r>
              <a:rPr lang="es-ES" sz="2800" dirty="0"/>
              <a:t> Diseñar y comparar soluciones informáticas para una oficina.</a:t>
            </a:r>
          </a:p>
          <a:p>
            <a:pPr marL="0" indent="0">
              <a:buNone/>
            </a:pPr>
            <a:r>
              <a:rPr lang="es-ES" sz="2800" dirty="0"/>
              <a:t>Requisitos: </a:t>
            </a:r>
          </a:p>
          <a:p>
            <a:pPr marL="0" indent="0">
              <a:buNone/>
            </a:pPr>
            <a:r>
              <a:rPr lang="es-ES" sz="2800" dirty="0"/>
              <a:t> Un equipo preparado para el uso en oficina.</a:t>
            </a:r>
          </a:p>
          <a:p>
            <a:pPr marL="0" indent="0">
              <a:buNone/>
            </a:pPr>
            <a:r>
              <a:rPr lang="es-ES" sz="2800" dirty="0"/>
              <a:t> Buscar una relación calidad-precio.</a:t>
            </a:r>
          </a:p>
          <a:p>
            <a:pPr marL="0" indent="0">
              <a:buNone/>
            </a:pPr>
            <a:r>
              <a:rPr lang="es-ES" sz="2800" dirty="0"/>
              <a:t> Garantizar la compatibilidad de los componentes del equipo.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AAC980D-21BD-AFEA-0DED-1DC034BAB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30340-5F63-4D7B-9258-AAFD0BF17701}" type="datetime1">
              <a:t>2/27/2026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99E1AE7-8767-DFED-1FD6-BC31B630D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941E1D1-5BC4-8BCF-E672-0DC786A8A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55920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500AA1-92B0-8CA9-CB4E-24E4D44F32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108" y="229657"/>
            <a:ext cx="10449784" cy="952164"/>
          </a:xfrm>
        </p:spPr>
        <p:txBody>
          <a:bodyPr>
            <a:normAutofit/>
          </a:bodyPr>
          <a:lstStyle/>
          <a:p>
            <a:pPr algn="ctr"/>
            <a:r>
              <a:rPr lang="es-ES" sz="4000" dirty="0"/>
              <a:t>CPU y por qué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73DCCA6-9B3F-BD09-F882-1B6214B901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7824" y="1373573"/>
            <a:ext cx="10442448" cy="523731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s-ES" sz="2400" i="1" dirty="0">
                <a:ea typeface="+mn-lt"/>
                <a:cs typeface="+mn-lt"/>
              </a:rPr>
              <a:t>Modelo:</a:t>
            </a:r>
            <a:r>
              <a:rPr lang="es-ES" sz="2400" dirty="0">
                <a:ea typeface="+mn-lt"/>
                <a:cs typeface="+mn-lt"/>
              </a:rPr>
              <a:t> AMD Ryzen 5 5600GT 3.6/4.6GHz Box </a:t>
            </a:r>
            <a:endParaRPr lang="es-ES" dirty="0"/>
          </a:p>
          <a:p>
            <a:pPr marL="0" indent="0">
              <a:buNone/>
            </a:pPr>
            <a:r>
              <a:rPr lang="es-ES" sz="2400" i="1" dirty="0">
                <a:ea typeface="+mn-lt"/>
                <a:cs typeface="+mn-lt"/>
              </a:rPr>
              <a:t>Precio:</a:t>
            </a:r>
            <a:r>
              <a:rPr lang="es-ES" sz="2400" dirty="0">
                <a:ea typeface="+mn-lt"/>
                <a:cs typeface="+mn-lt"/>
              </a:rPr>
              <a:t> 139,90 €</a:t>
            </a:r>
            <a:endParaRPr lang="es-ES"/>
          </a:p>
          <a:p>
            <a:pPr marL="0" indent="0">
              <a:buNone/>
            </a:pPr>
            <a:r>
              <a:rPr lang="es-ES" sz="2400" i="1" dirty="0">
                <a:ea typeface="+mn-lt"/>
                <a:cs typeface="+mn-lt"/>
              </a:rPr>
              <a:t>URL: </a:t>
            </a:r>
            <a:r>
              <a:rPr lang="es-ES" sz="2400" i="1" dirty="0">
                <a:ea typeface="+mn-lt"/>
                <a:cs typeface="+mn-lt"/>
                <a:hlinkClick r:id="rId2"/>
              </a:rPr>
              <a:t>enlace</a:t>
            </a:r>
            <a:endParaRPr lang="es-ES" sz="2400" dirty="0">
              <a:ea typeface="+mn-lt"/>
              <a:cs typeface="+mn-lt"/>
            </a:endParaRPr>
          </a:p>
          <a:p>
            <a:pPr marL="0" indent="0">
              <a:buNone/>
            </a:pPr>
            <a:endParaRPr lang="es-ES" sz="2400" dirty="0"/>
          </a:p>
          <a:p>
            <a:pPr marL="0" indent="0">
              <a:buNone/>
            </a:pPr>
            <a:r>
              <a:rPr lang="es-ES" sz="2400" i="1" u="sng" dirty="0"/>
              <a:t>¿Por qué esta CPU?</a:t>
            </a:r>
          </a:p>
          <a:p>
            <a:pPr marL="0" indent="0">
              <a:buNone/>
            </a:pPr>
            <a:r>
              <a:rPr lang="es-ES" sz="2400" dirty="0">
                <a:ea typeface="+mn-lt"/>
                <a:cs typeface="+mn-lt"/>
              </a:rPr>
              <a:t>Incluye gráficos integrados, lo que nos ahorra comprar una tarjeta gráfica dedicada.</a:t>
            </a:r>
            <a:endParaRPr lang="es-ES" sz="2400" dirty="0"/>
          </a:p>
          <a:p>
            <a:pPr marL="0" indent="0">
              <a:buNone/>
            </a:pPr>
            <a:r>
              <a:rPr lang="es-ES" sz="2400" dirty="0">
                <a:ea typeface="+mn-lt"/>
                <a:cs typeface="+mn-lt"/>
              </a:rPr>
              <a:t>Sus 12 hilos ofrecen potencia de sobra para multitarea en la oficina.</a:t>
            </a:r>
            <a:endParaRPr lang="es-ES" sz="2400" dirty="0"/>
          </a:p>
          <a:p>
            <a:pPr marL="0" indent="0">
              <a:buNone/>
            </a:pPr>
            <a:r>
              <a:rPr lang="es-ES" sz="2400" dirty="0">
                <a:ea typeface="+mn-lt"/>
                <a:cs typeface="+mn-lt"/>
              </a:rPr>
              <a:t>Compatibilidad: Requiere una placa base con el socket AM4.</a:t>
            </a:r>
            <a:endParaRPr lang="es-ES" sz="2400" dirty="0"/>
          </a:p>
          <a:p>
            <a:endParaRPr lang="es-ES" sz="2000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FAF83C3-CBFD-0985-AB42-A23D6C885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149DB-49F6-47CC-B226-8723EEF5A331}" type="datetime1">
              <a:t>2/27/2026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4C91E65-AF4E-08BD-138C-A696232A6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FBE39BF-7B79-80BB-6947-EA85F1ECE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49434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F140C6-B96F-45FA-89FF-3BDDFE92C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108" y="588245"/>
            <a:ext cx="10449784" cy="503928"/>
          </a:xfrm>
        </p:spPr>
        <p:txBody>
          <a:bodyPr>
            <a:noAutofit/>
          </a:bodyPr>
          <a:lstStyle/>
          <a:p>
            <a:pPr algn="ctr"/>
            <a:r>
              <a:rPr lang="es-ES" sz="4000" dirty="0">
                <a:ea typeface="+mj-lt"/>
                <a:cs typeface="+mj-lt"/>
              </a:rPr>
              <a:t>Placa + RAM</a:t>
            </a:r>
            <a:endParaRPr lang="es-ES" sz="40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B635F5D-F518-C744-7B7D-69A0DFD574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7824" y="1272720"/>
            <a:ext cx="10442448" cy="478908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ES" sz="2000" b="1" i="1" dirty="0">
                <a:ea typeface="+mn-lt"/>
                <a:cs typeface="+mn-lt"/>
              </a:rPr>
              <a:t>Placa Base:</a:t>
            </a:r>
          </a:p>
          <a:p>
            <a:pPr marL="0" indent="0">
              <a:buNone/>
            </a:pPr>
            <a:r>
              <a:rPr lang="es-ES" sz="2000" i="1" dirty="0">
                <a:ea typeface="+mn-lt"/>
                <a:cs typeface="+mn-lt"/>
              </a:rPr>
              <a:t> Modelo:</a:t>
            </a:r>
            <a:r>
              <a:rPr lang="es-ES" sz="2000" dirty="0">
                <a:ea typeface="+mn-lt"/>
                <a:cs typeface="+mn-lt"/>
              </a:rPr>
              <a:t> Gigabyte B450M K</a:t>
            </a:r>
          </a:p>
          <a:p>
            <a:pPr marL="0" indent="0">
              <a:buNone/>
            </a:pPr>
            <a:r>
              <a:rPr lang="es-ES" sz="2000" i="1" dirty="0">
                <a:ea typeface="+mn-lt"/>
                <a:cs typeface="+mn-lt"/>
              </a:rPr>
              <a:t> Precio:</a:t>
            </a:r>
            <a:r>
              <a:rPr lang="es-ES" sz="2000" dirty="0">
                <a:ea typeface="+mn-lt"/>
                <a:cs typeface="+mn-lt"/>
              </a:rPr>
              <a:t> 73,99 €</a:t>
            </a:r>
            <a:endParaRPr lang="es-ES" dirty="0"/>
          </a:p>
          <a:p>
            <a:pPr marL="0" indent="0">
              <a:buNone/>
            </a:pPr>
            <a:r>
              <a:rPr lang="es-ES" sz="2000" i="1" dirty="0">
                <a:ea typeface="+mn-lt"/>
                <a:cs typeface="+mn-lt"/>
              </a:rPr>
              <a:t> URL:</a:t>
            </a:r>
            <a:r>
              <a:rPr lang="es-ES" sz="2000" dirty="0">
                <a:ea typeface="+mn-lt"/>
                <a:cs typeface="+mn-lt"/>
              </a:rPr>
              <a:t> </a:t>
            </a:r>
            <a:r>
              <a:rPr lang="es-ES" sz="2000" dirty="0">
                <a:ea typeface="+mn-lt"/>
                <a:cs typeface="+mn-lt"/>
                <a:hlinkClick r:id="rId2"/>
              </a:rPr>
              <a:t>enlace</a:t>
            </a:r>
          </a:p>
          <a:p>
            <a:pPr marL="0" indent="0">
              <a:buNone/>
            </a:pPr>
            <a:r>
              <a:rPr lang="es-ES" sz="2000" dirty="0">
                <a:ea typeface="+mn-lt"/>
                <a:cs typeface="+mn-lt"/>
              </a:rPr>
              <a:t>Compatibilidad: Tiene socket AM4 (compatible con la CPU Ryzen 5600GT) y formato Micro-ATX.</a:t>
            </a:r>
          </a:p>
          <a:p>
            <a:pPr marL="0" indent="0">
              <a:buNone/>
            </a:pPr>
            <a:r>
              <a:rPr lang="es-ES" sz="2000" b="1" i="1" dirty="0">
                <a:ea typeface="+mn-lt"/>
                <a:cs typeface="+mn-lt"/>
              </a:rPr>
              <a:t>Memoria RAM:</a:t>
            </a:r>
          </a:p>
          <a:p>
            <a:pPr marL="0" indent="0">
              <a:buNone/>
            </a:pPr>
            <a:r>
              <a:rPr lang="es-ES" sz="2000" i="1" dirty="0">
                <a:ea typeface="+mn-lt"/>
                <a:cs typeface="+mn-lt"/>
              </a:rPr>
              <a:t> Modelo:</a:t>
            </a:r>
            <a:r>
              <a:rPr lang="es-ES" sz="2000" dirty="0">
                <a:ea typeface="+mn-lt"/>
                <a:cs typeface="+mn-lt"/>
              </a:rPr>
              <a:t> Kingston FURY Beast DDR4 3200 MHz 8GB CL16</a:t>
            </a:r>
          </a:p>
          <a:p>
            <a:pPr marL="0" indent="0">
              <a:buNone/>
            </a:pPr>
            <a:r>
              <a:rPr lang="es-ES" sz="2000" i="1" dirty="0">
                <a:ea typeface="+mn-lt"/>
                <a:cs typeface="+mn-lt"/>
              </a:rPr>
              <a:t> Precio: </a:t>
            </a:r>
            <a:r>
              <a:rPr lang="es-ES" sz="2000" dirty="0">
                <a:ea typeface="+mn-lt"/>
                <a:cs typeface="+mn-lt"/>
              </a:rPr>
              <a:t>82,95 €</a:t>
            </a:r>
          </a:p>
          <a:p>
            <a:pPr marL="0" indent="0">
              <a:buNone/>
            </a:pPr>
            <a:r>
              <a:rPr lang="es-ES" sz="2000" i="1" dirty="0">
                <a:ea typeface="+mn-lt"/>
                <a:cs typeface="+mn-lt"/>
              </a:rPr>
              <a:t> URL: </a:t>
            </a:r>
            <a:r>
              <a:rPr lang="es-ES" sz="2000" i="1" dirty="0">
                <a:ea typeface="+mn-lt"/>
                <a:cs typeface="+mn-lt"/>
                <a:hlinkClick r:id="rId3"/>
              </a:rPr>
              <a:t>enlace</a:t>
            </a:r>
            <a:endParaRPr lang="es-ES" sz="2000">
              <a:ea typeface="+mn-lt"/>
              <a:cs typeface="+mn-lt"/>
            </a:endParaRPr>
          </a:p>
          <a:p>
            <a:pPr marL="0" indent="0">
              <a:buNone/>
            </a:pPr>
            <a:r>
              <a:rPr lang="es-ES" sz="2000" i="1" dirty="0">
                <a:ea typeface="+mn-lt"/>
                <a:cs typeface="+mn-lt"/>
              </a:rPr>
              <a:t>Compatibilidad:</a:t>
            </a:r>
            <a:r>
              <a:rPr lang="es-ES" sz="2000" dirty="0">
                <a:ea typeface="+mn-lt"/>
                <a:cs typeface="+mn-lt"/>
              </a:rPr>
              <a:t> Es memoria DDR4, el estándar soportado por la placa base B450M.</a:t>
            </a:r>
          </a:p>
          <a:p>
            <a:endParaRPr lang="es-ES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E77F632-D35E-F69C-3ADF-1A5E33288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B333E-C934-44B8-8D6B-73DDA1E84DA1}" type="datetime1">
              <a:t>2/27/2026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27777BC-5805-4D81-75B7-55C2148A4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BA97A1D-4CA9-572C-4140-4D6DAFC2F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85457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37D1E9-F3BD-99D7-0ADB-01320B709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108" y="5539"/>
            <a:ext cx="10449784" cy="728047"/>
          </a:xfrm>
        </p:spPr>
        <p:txBody>
          <a:bodyPr>
            <a:normAutofit/>
          </a:bodyPr>
          <a:lstStyle/>
          <a:p>
            <a:pPr algn="ctr"/>
            <a:r>
              <a:rPr lang="es-ES" sz="4000" dirty="0">
                <a:ea typeface="+mj-lt"/>
                <a:cs typeface="+mj-lt"/>
              </a:rPr>
              <a:t>SSD + PSU + chasis</a:t>
            </a:r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1969E6E-72DD-3A76-024C-20D682BF38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7824" y="746044"/>
            <a:ext cx="10442448" cy="5315759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ES" sz="1800" dirty="0">
                <a:ea typeface="+mn-lt"/>
                <a:cs typeface="+mn-lt"/>
              </a:rPr>
              <a:t>Almacenamiento (SSD):</a:t>
            </a:r>
            <a:endParaRPr lang="es-ES" sz="1800"/>
          </a:p>
          <a:p>
            <a:pPr marL="0" indent="0">
              <a:buNone/>
            </a:pPr>
            <a:r>
              <a:rPr lang="es-ES" sz="1800" dirty="0">
                <a:ea typeface="+mn-lt"/>
                <a:cs typeface="+mn-lt"/>
              </a:rPr>
              <a:t> Modelo: WD Blue SN580 500GB SSD M.2 PCIe 4.0 NVMe | Precio: 168,85 €</a:t>
            </a:r>
            <a:endParaRPr lang="es-ES" sz="1800"/>
          </a:p>
          <a:p>
            <a:pPr marL="0" indent="0">
              <a:buNone/>
            </a:pPr>
            <a:r>
              <a:rPr lang="es-ES" sz="1800" dirty="0">
                <a:ea typeface="+mn-lt"/>
                <a:cs typeface="+mn-lt"/>
              </a:rPr>
              <a:t> URL: </a:t>
            </a:r>
            <a:r>
              <a:rPr lang="es-ES" sz="1800" dirty="0">
                <a:ea typeface="+mn-lt"/>
                <a:cs typeface="+mn-lt"/>
                <a:hlinkClick r:id="rId2"/>
              </a:rPr>
              <a:t>enlace</a:t>
            </a:r>
            <a:endParaRPr lang="es-ES" sz="1800"/>
          </a:p>
          <a:p>
            <a:pPr marL="0" indent="0">
              <a:buNone/>
            </a:pPr>
            <a:r>
              <a:rPr lang="es-ES" sz="1800" dirty="0">
                <a:ea typeface="+mn-lt"/>
                <a:cs typeface="+mn-lt"/>
              </a:rPr>
              <a:t> Compatibilidad: Encaja en la ranura M.2 de la placa base.</a:t>
            </a:r>
            <a:endParaRPr lang="es-ES" sz="1800"/>
          </a:p>
          <a:p>
            <a:pPr marL="0" indent="0">
              <a:buNone/>
            </a:pPr>
            <a:r>
              <a:rPr lang="es-ES" sz="1800" dirty="0">
                <a:ea typeface="+mn-lt"/>
                <a:cs typeface="+mn-lt"/>
              </a:rPr>
              <a:t>Fuente de alimentación (PSU):</a:t>
            </a:r>
            <a:endParaRPr lang="es-ES" sz="1800"/>
          </a:p>
          <a:p>
            <a:pPr marL="0" indent="0">
              <a:buNone/>
            </a:pPr>
            <a:r>
              <a:rPr lang="es-ES" sz="1800" dirty="0">
                <a:ea typeface="+mn-lt"/>
                <a:cs typeface="+mn-lt"/>
              </a:rPr>
              <a:t> Modelo: MSI MAG A550BN 550W 80 Plus </a:t>
            </a:r>
            <a:r>
              <a:rPr lang="es-ES" sz="1800" err="1">
                <a:ea typeface="+mn-lt"/>
                <a:cs typeface="+mn-lt"/>
              </a:rPr>
              <a:t>Bronze</a:t>
            </a:r>
            <a:r>
              <a:rPr lang="es-ES" sz="1800" dirty="0">
                <a:ea typeface="+mn-lt"/>
                <a:cs typeface="+mn-lt"/>
              </a:rPr>
              <a:t> | Precio: 49,90 €</a:t>
            </a:r>
            <a:endParaRPr lang="es-ES" sz="1800"/>
          </a:p>
          <a:p>
            <a:pPr marL="0" indent="0">
              <a:buNone/>
            </a:pPr>
            <a:r>
              <a:rPr lang="es-ES" sz="1800" dirty="0">
                <a:ea typeface="+mn-lt"/>
                <a:cs typeface="+mn-lt"/>
              </a:rPr>
              <a:t> URL: </a:t>
            </a:r>
            <a:r>
              <a:rPr lang="es-ES" sz="1800" dirty="0">
                <a:ea typeface="+mn-lt"/>
                <a:cs typeface="+mn-lt"/>
                <a:hlinkClick r:id="rId3"/>
              </a:rPr>
              <a:t>enlace</a:t>
            </a:r>
            <a:endParaRPr lang="es-ES" sz="1800"/>
          </a:p>
          <a:p>
            <a:pPr marL="0" indent="0">
              <a:buNone/>
            </a:pPr>
            <a:r>
              <a:rPr lang="es-ES" sz="1800" dirty="0">
                <a:ea typeface="+mn-lt"/>
                <a:cs typeface="+mn-lt"/>
              </a:rPr>
              <a:t> Compatibilidad: Conectores ATX 24 pines y EPS 8 pines compatibles con la placa.</a:t>
            </a:r>
            <a:endParaRPr lang="es-ES" sz="1800"/>
          </a:p>
          <a:p>
            <a:pPr marL="0" indent="0">
              <a:buNone/>
            </a:pPr>
            <a:r>
              <a:rPr lang="es-ES" sz="1800" dirty="0">
                <a:ea typeface="+mn-lt"/>
                <a:cs typeface="+mn-lt"/>
              </a:rPr>
              <a:t>Chasis:</a:t>
            </a:r>
            <a:endParaRPr lang="es-ES" sz="1800"/>
          </a:p>
          <a:p>
            <a:pPr marL="0" indent="0">
              <a:buNone/>
            </a:pPr>
            <a:r>
              <a:rPr lang="es-ES" sz="1800" dirty="0">
                <a:ea typeface="+mn-lt"/>
                <a:cs typeface="+mn-lt"/>
              </a:rPr>
              <a:t> Modelo: </a:t>
            </a:r>
            <a:r>
              <a:rPr lang="es-ES" sz="1800" err="1">
                <a:ea typeface="+mn-lt"/>
                <a:cs typeface="+mn-lt"/>
              </a:rPr>
              <a:t>Tempest</a:t>
            </a:r>
            <a:r>
              <a:rPr lang="es-ES" sz="1800" dirty="0">
                <a:ea typeface="+mn-lt"/>
                <a:cs typeface="+mn-lt"/>
              </a:rPr>
              <a:t> Rampart ARGB M-ATX Cristal Templado Negra | Precio: 36,99 €</a:t>
            </a:r>
            <a:endParaRPr lang="es-ES" sz="1800"/>
          </a:p>
          <a:p>
            <a:pPr marL="0" indent="0">
              <a:buNone/>
            </a:pPr>
            <a:r>
              <a:rPr lang="es-ES" sz="1800" dirty="0">
                <a:ea typeface="+mn-lt"/>
                <a:cs typeface="+mn-lt"/>
              </a:rPr>
              <a:t> URL: </a:t>
            </a:r>
            <a:r>
              <a:rPr lang="es-ES" sz="1800" dirty="0">
                <a:ea typeface="+mn-lt"/>
                <a:cs typeface="+mn-lt"/>
                <a:hlinkClick r:id="rId4"/>
              </a:rPr>
              <a:t>enlace</a:t>
            </a:r>
            <a:endParaRPr lang="es-ES" sz="1800"/>
          </a:p>
          <a:p>
            <a:pPr marL="0" indent="0">
              <a:buNone/>
            </a:pPr>
            <a:r>
              <a:rPr lang="es-ES" sz="1800" dirty="0">
                <a:ea typeface="+mn-lt"/>
                <a:cs typeface="+mn-lt"/>
              </a:rPr>
              <a:t> Compatibilidad: Formato Micro-ATX para la placa base y espacio para la fuente ATX.</a:t>
            </a:r>
            <a:endParaRPr lang="es-ES" sz="1800" dirty="0"/>
          </a:p>
          <a:p>
            <a:endParaRPr lang="es-ES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E5E3A5C-1309-C595-A5ED-DF09979AB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0CCEA-5D20-4EBD-9A1E-867F7F9D8F8F}" type="datetime1">
              <a:t>2/27/2026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5794141-FE1B-4A89-FCE8-3F71051B0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BD82FC4-2C89-1A0D-871C-E2212BB67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23322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A0F723-A318-0463-0BBA-6F9FAB638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108" y="128804"/>
            <a:ext cx="10449784" cy="750459"/>
          </a:xfrm>
        </p:spPr>
        <p:txBody>
          <a:bodyPr>
            <a:normAutofit/>
          </a:bodyPr>
          <a:lstStyle/>
          <a:p>
            <a:pPr algn="ctr"/>
            <a:r>
              <a:rPr lang="es-ES" sz="4000" dirty="0">
                <a:ea typeface="+mj-lt"/>
                <a:cs typeface="+mj-lt"/>
              </a:rPr>
              <a:t>Presupuesto final</a:t>
            </a:r>
            <a:endParaRPr lang="es-ES" sz="4000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50B101D-A14B-847A-A010-A7D77D00C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D5664-6ADE-4BF8-9AA3-2CA358CF6754}" type="datetime1">
              <a:t>2/27/2026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B94AF58-0661-476D-0863-F3007E5B2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C3DC348-38C6-8877-9857-332976C5C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6</a:t>
            </a:fld>
            <a:endParaRPr lang="en-US" dirty="0"/>
          </a:p>
        </p:txBody>
      </p:sp>
      <p:graphicFrame>
        <p:nvGraphicFramePr>
          <p:cNvPr id="13" name="Marcador de contenido 12">
            <a:extLst>
              <a:ext uri="{FF2B5EF4-FFF2-40B4-BE49-F238E27FC236}">
                <a16:creationId xmlns:a16="http://schemas.microsoft.com/office/drawing/2014/main" id="{0C3C5461-5968-8EA6-5F0B-C1DB6D71B9D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91470778"/>
              </p:ext>
            </p:extLst>
          </p:nvPr>
        </p:nvGraphicFramePr>
        <p:xfrm>
          <a:off x="347382" y="986117"/>
          <a:ext cx="11479612" cy="5250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9903">
                  <a:extLst>
                    <a:ext uri="{9D8B030D-6E8A-4147-A177-3AD203B41FA5}">
                      <a16:colId xmlns:a16="http://schemas.microsoft.com/office/drawing/2014/main" val="1761893217"/>
                    </a:ext>
                  </a:extLst>
                </a:gridCol>
                <a:gridCol w="2869903">
                  <a:extLst>
                    <a:ext uri="{9D8B030D-6E8A-4147-A177-3AD203B41FA5}">
                      <a16:colId xmlns:a16="http://schemas.microsoft.com/office/drawing/2014/main" val="236048937"/>
                    </a:ext>
                  </a:extLst>
                </a:gridCol>
                <a:gridCol w="2869903">
                  <a:extLst>
                    <a:ext uri="{9D8B030D-6E8A-4147-A177-3AD203B41FA5}">
                      <a16:colId xmlns:a16="http://schemas.microsoft.com/office/drawing/2014/main" val="3788707459"/>
                    </a:ext>
                  </a:extLst>
                </a:gridCol>
                <a:gridCol w="2869903">
                  <a:extLst>
                    <a:ext uri="{9D8B030D-6E8A-4147-A177-3AD203B41FA5}">
                      <a16:colId xmlns:a16="http://schemas.microsoft.com/office/drawing/2014/main" val="19654828"/>
                    </a:ext>
                  </a:extLst>
                </a:gridCol>
              </a:tblGrid>
              <a:tr h="65634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1800" b="0" i="0" u="none" strike="noStrike" noProof="0" dirty="0">
                          <a:latin typeface="Aptos Light"/>
                        </a:rPr>
                        <a:t>Componente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1800" b="0" i="0" u="none" strike="noStrike" noProof="0" dirty="0">
                          <a:latin typeface="Aptos Light"/>
                        </a:rPr>
                        <a:t>Modelo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1800" b="0" i="0" u="none" strike="noStrike" noProof="0" dirty="0">
                          <a:latin typeface="Aptos Light"/>
                        </a:rPr>
                        <a:t>Precio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1800" b="0" i="0" u="none" strike="noStrike" noProof="0" dirty="0">
                          <a:latin typeface="Aptos Light"/>
                        </a:rPr>
                        <a:t>URL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1753209"/>
                  </a:ext>
                </a:extLst>
              </a:tr>
              <a:tr h="65634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1800" b="0" i="0" u="none" strike="noStrike" noProof="0" dirty="0">
                          <a:latin typeface="Aptos Light"/>
                        </a:rPr>
                        <a:t>CPU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1800" b="0" i="0" u="none" strike="noStrike" noProof="0" dirty="0">
                          <a:latin typeface="Aptos Light"/>
                        </a:rPr>
                        <a:t>AMD Ryzen 5 5600GT Box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1800" b="0" i="0" u="none" strike="noStrike" noProof="0" dirty="0">
                          <a:latin typeface="Aptos Light"/>
                        </a:rPr>
                        <a:t>139,90 €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1800" b="0" i="0" u="none" strike="noStrike" noProof="0" dirty="0">
                          <a:latin typeface="Aptos Light"/>
                          <a:hlinkClick r:id="rId2"/>
                        </a:rPr>
                        <a:t>Enlace</a:t>
                      </a:r>
                      <a:endParaRPr lang="es-ES" sz="1800" b="0" i="0" u="none" strike="noStrike" noProof="0" dirty="0">
                        <a:latin typeface="Aptos Ligh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8981923"/>
                  </a:ext>
                </a:extLst>
              </a:tr>
              <a:tr h="65634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1800" b="0" i="0" u="none" strike="noStrike" noProof="0" dirty="0">
                          <a:latin typeface="Aptos Light"/>
                        </a:rPr>
                        <a:t>Placa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1800" b="0" i="0" u="none" strike="noStrike" noProof="0" dirty="0">
                          <a:latin typeface="Aptos Light"/>
                        </a:rPr>
                        <a:t>Gigabyte B450M K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1800" b="0" i="0" u="none" strike="noStrike" noProof="0" dirty="0">
                          <a:latin typeface="Aptos Light"/>
                        </a:rPr>
                        <a:t>73,99 €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1800" b="0" i="0" u="none" strike="noStrike" noProof="0" dirty="0">
                          <a:solidFill>
                            <a:srgbClr val="000000"/>
                          </a:solidFill>
                          <a:latin typeface="Aptos Light"/>
                          <a:hlinkClick r:id="rId3"/>
                        </a:rPr>
                        <a:t>Enlace</a:t>
                      </a:r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9812191"/>
                  </a:ext>
                </a:extLst>
              </a:tr>
              <a:tr h="65634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1800" b="0" i="0" u="none" strike="noStrike" noProof="0" dirty="0">
                          <a:latin typeface="Aptos Light"/>
                        </a:rPr>
                        <a:t>RAM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1800" b="0" i="0" u="none" strike="noStrike" noProof="0" dirty="0">
                          <a:latin typeface="Aptos Light"/>
                        </a:rPr>
                        <a:t>Kingston FURY Beast 8GB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1800" b="0" i="0" u="none" strike="noStrike" noProof="0" dirty="0">
                          <a:latin typeface="Aptos Light"/>
                        </a:rPr>
                        <a:t>82,95 €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dirty="0">
                          <a:hlinkClick r:id="rId4"/>
                        </a:rPr>
                        <a:t>Enlace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2362133"/>
                  </a:ext>
                </a:extLst>
              </a:tr>
              <a:tr h="65634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1800" b="0" i="0" u="none" strike="noStrike" noProof="0" dirty="0">
                          <a:latin typeface="Aptos Light"/>
                        </a:rPr>
                        <a:t>SSD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1800" b="0" i="0" u="none" strike="noStrike" noProof="0" dirty="0">
                          <a:latin typeface="Aptos Light"/>
                        </a:rPr>
                        <a:t>WD Blue SN580 500GB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1800" b="0" i="0" u="none" strike="noStrike" noProof="0" dirty="0">
                          <a:latin typeface="Aptos Light"/>
                        </a:rPr>
                        <a:t>168,85 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1800" b="0" i="0" u="none" strike="noStrike" noProof="0" dirty="0">
                          <a:solidFill>
                            <a:srgbClr val="000000"/>
                          </a:solidFill>
                          <a:latin typeface="Aptos Light"/>
                          <a:hlinkClick r:id="rId5"/>
                        </a:rPr>
                        <a:t>Enlace</a:t>
                      </a:r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8243804"/>
                  </a:ext>
                </a:extLst>
              </a:tr>
              <a:tr h="65634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1800" b="0" i="0" u="none" strike="noStrike" noProof="0" dirty="0">
                          <a:latin typeface="Aptos Light"/>
                        </a:rPr>
                        <a:t>PSU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1800" b="0" i="0" u="none" strike="noStrike" noProof="0" dirty="0">
                          <a:latin typeface="Aptos Light"/>
                        </a:rPr>
                        <a:t>MSI MAG A550BN 550W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1800" b="0" i="0" u="none" strike="noStrike" noProof="0" dirty="0">
                          <a:latin typeface="Aptos Light"/>
                        </a:rPr>
                        <a:t>49,90 €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1800" b="0" i="0" u="none" strike="noStrike" noProof="0" dirty="0">
                          <a:solidFill>
                            <a:srgbClr val="000000"/>
                          </a:solidFill>
                          <a:latin typeface="Aptos Light"/>
                          <a:hlinkClick r:id="rId6"/>
                        </a:rPr>
                        <a:t>Enlace</a:t>
                      </a:r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2142128"/>
                  </a:ext>
                </a:extLst>
              </a:tr>
              <a:tr h="65634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1800" b="0" i="0" u="none" strike="noStrike" noProof="0" dirty="0">
                          <a:latin typeface="Aptos Light"/>
                        </a:rPr>
                        <a:t>Chasis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1800" b="0" i="0" u="none" strike="noStrike" noProof="0" dirty="0">
                          <a:latin typeface="Aptos Light"/>
                        </a:rPr>
                        <a:t>Tempest Rampart M-ATX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1800" b="0" i="0" u="none" strike="noStrike" noProof="0" dirty="0">
                          <a:latin typeface="Aptos Light"/>
                        </a:rPr>
                        <a:t>36,99 €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1800" b="0" i="0" u="none" strike="noStrike" noProof="0" dirty="0">
                          <a:solidFill>
                            <a:srgbClr val="000000"/>
                          </a:solidFill>
                          <a:latin typeface="Aptos Light"/>
                          <a:hlinkClick r:id="rId7"/>
                        </a:rPr>
                        <a:t>Enlace</a:t>
                      </a:r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2389160"/>
                  </a:ext>
                </a:extLst>
              </a:tr>
              <a:tr h="65634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1800" b="0" i="0" u="none" strike="noStrike" noProof="0" dirty="0">
                          <a:latin typeface="Aptos Light"/>
                        </a:rPr>
                        <a:t>TOTAL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1800" b="0" i="0" u="none" strike="noStrike" noProof="0" dirty="0">
                          <a:latin typeface="Aptos Light"/>
                        </a:rPr>
                        <a:t>552,58 €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74396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74616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715A16-DDB8-8998-1F50-98CF25576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108" y="5540"/>
            <a:ext cx="10449784" cy="862516"/>
          </a:xfrm>
        </p:spPr>
        <p:txBody>
          <a:bodyPr>
            <a:normAutofit/>
          </a:bodyPr>
          <a:lstStyle/>
          <a:p>
            <a:pPr algn="ctr"/>
            <a:r>
              <a:rPr lang="es-ES" sz="4000" dirty="0">
                <a:ea typeface="+mj-lt"/>
                <a:cs typeface="+mj-lt"/>
              </a:rPr>
              <a:t>Mini PC alternativa</a:t>
            </a:r>
            <a:endParaRPr lang="es-ES" sz="40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E29DED8-37D3-69FE-CF0A-F1781EB7B2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6618" y="1127043"/>
            <a:ext cx="10442448" cy="523731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ES" sz="1800" i="1" dirty="0">
                <a:ea typeface="+mn-lt"/>
                <a:cs typeface="+mn-lt"/>
              </a:rPr>
              <a:t>Modelo:</a:t>
            </a:r>
            <a:r>
              <a:rPr lang="es-ES" sz="1800" dirty="0">
                <a:ea typeface="+mn-lt"/>
                <a:cs typeface="+mn-lt"/>
              </a:rPr>
              <a:t> Blackview MP60 (Intel Alder Lake N95)</a:t>
            </a:r>
            <a:endParaRPr lang="es-ES" sz="1800"/>
          </a:p>
          <a:p>
            <a:pPr marL="0" indent="0">
              <a:buNone/>
            </a:pPr>
            <a:r>
              <a:rPr lang="es-ES" sz="1800" i="1" dirty="0">
                <a:ea typeface="+mn-lt"/>
                <a:cs typeface="+mn-lt"/>
              </a:rPr>
              <a:t>Precio: </a:t>
            </a:r>
            <a:r>
              <a:rPr lang="es-ES" sz="1800" dirty="0">
                <a:ea typeface="+mn-lt"/>
                <a:cs typeface="+mn-lt"/>
              </a:rPr>
              <a:t>299,00 € (Incluye Windows 11 Pro preinstalado)</a:t>
            </a:r>
            <a:endParaRPr lang="es-ES" sz="1800"/>
          </a:p>
          <a:p>
            <a:pPr marL="0" indent="0">
              <a:buNone/>
            </a:pPr>
            <a:r>
              <a:rPr lang="es-ES" sz="1800" i="1" dirty="0">
                <a:ea typeface="+mn-lt"/>
                <a:cs typeface="+mn-lt"/>
              </a:rPr>
              <a:t>URL:</a:t>
            </a:r>
            <a:r>
              <a:rPr lang="es-ES" sz="1800" dirty="0">
                <a:ea typeface="+mn-lt"/>
                <a:cs typeface="+mn-lt"/>
              </a:rPr>
              <a:t> </a:t>
            </a:r>
            <a:r>
              <a:rPr lang="es-ES" sz="1800" dirty="0">
                <a:ea typeface="+mn-lt"/>
                <a:cs typeface="+mn-lt"/>
                <a:hlinkClick r:id="rId2"/>
              </a:rPr>
              <a:t>Enlace</a:t>
            </a:r>
            <a:endParaRPr lang="es-ES" sz="1100" u="sng" dirty="0">
              <a:solidFill>
                <a:srgbClr val="CCCCCC"/>
              </a:solidFill>
              <a:highlight>
                <a:srgbClr val="1F1F1F"/>
              </a:highlight>
              <a:latin typeface="Consolas"/>
            </a:endParaRPr>
          </a:p>
          <a:p>
            <a:pPr marL="0" indent="0">
              <a:buNone/>
            </a:pPr>
            <a:r>
              <a:rPr lang="es-ES" sz="1800" b="1" i="1" dirty="0">
                <a:ea typeface="+mn-lt"/>
                <a:cs typeface="+mn-lt"/>
              </a:rPr>
              <a:t>Pros:</a:t>
            </a:r>
            <a:endParaRPr lang="es-ES" sz="1800" b="1" i="1"/>
          </a:p>
          <a:p>
            <a:pPr marL="0" indent="0">
              <a:buNone/>
            </a:pPr>
            <a:r>
              <a:rPr lang="es-ES" sz="1800" dirty="0">
                <a:ea typeface="+mn-lt"/>
                <a:cs typeface="+mn-lt"/>
              </a:rPr>
              <a:t> Formato ultra compacto (se puede montar detrás del monitor).</a:t>
            </a:r>
            <a:endParaRPr lang="es-ES" sz="1800"/>
          </a:p>
          <a:p>
            <a:pPr marL="0" indent="0">
              <a:buNone/>
            </a:pPr>
            <a:r>
              <a:rPr lang="es-ES" sz="1800" dirty="0">
                <a:ea typeface="+mn-lt"/>
                <a:cs typeface="+mn-lt"/>
              </a:rPr>
              <a:t> Más barato y listo para usar (Plug &amp; Play con SO incluido).</a:t>
            </a:r>
            <a:endParaRPr lang="es-ES" sz="1800"/>
          </a:p>
          <a:p>
            <a:pPr marL="0" indent="0">
              <a:buNone/>
            </a:pPr>
            <a:r>
              <a:rPr lang="es-ES" sz="1800" dirty="0">
                <a:ea typeface="+mn-lt"/>
                <a:cs typeface="+mn-lt"/>
              </a:rPr>
              <a:t> Doble salida HDMI para dos monitores 4K.</a:t>
            </a:r>
            <a:endParaRPr lang="es-ES" sz="1800"/>
          </a:p>
          <a:p>
            <a:pPr marL="0" indent="0">
              <a:buNone/>
            </a:pPr>
            <a:r>
              <a:rPr lang="es-ES" sz="1800" b="1" i="1" dirty="0">
                <a:ea typeface="+mn-lt"/>
                <a:cs typeface="+mn-lt"/>
              </a:rPr>
              <a:t>Contras</a:t>
            </a:r>
            <a:r>
              <a:rPr lang="es-ES" sz="1800" dirty="0">
                <a:ea typeface="+mn-lt"/>
                <a:cs typeface="+mn-lt"/>
              </a:rPr>
              <a:t>:</a:t>
            </a:r>
            <a:endParaRPr lang="es-ES" sz="1800"/>
          </a:p>
          <a:p>
            <a:pPr marL="0" indent="0">
              <a:buNone/>
            </a:pPr>
            <a:r>
              <a:rPr lang="es-ES" sz="1800" dirty="0">
                <a:ea typeface="+mn-lt"/>
                <a:cs typeface="+mn-lt"/>
              </a:rPr>
              <a:t> Potencia muy inferior a la Opción A.</a:t>
            </a:r>
            <a:endParaRPr lang="es-ES" sz="1800"/>
          </a:p>
          <a:p>
            <a:pPr marL="0" indent="0">
              <a:buNone/>
            </a:pPr>
            <a:r>
              <a:rPr lang="es-ES" sz="1800" dirty="0">
                <a:ea typeface="+mn-lt"/>
                <a:cs typeface="+mn-lt"/>
              </a:rPr>
              <a:t> RAM limitada a 16 GB y no ampliable.</a:t>
            </a:r>
            <a:endParaRPr lang="es-ES" sz="1800"/>
          </a:p>
          <a:p>
            <a:pPr marL="0" indent="0">
              <a:buNone/>
            </a:pPr>
            <a:r>
              <a:rPr lang="es-ES" sz="1800" dirty="0">
                <a:ea typeface="+mn-lt"/>
                <a:cs typeface="+mn-lt"/>
              </a:rPr>
              <a:t> Si se rompe una pieza interna, hay que cambiar todo el equipo.</a:t>
            </a:r>
            <a:endParaRPr lang="es-ES" sz="1800"/>
          </a:p>
          <a:p>
            <a:endParaRPr lang="es-ES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E278433-A901-3E56-E4EA-F8B13EE7B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41E86-30EE-4A53-950D-09F77E1F022F}" type="datetime1">
              <a:t>2/27/2026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496DF37-AF78-3756-CDB4-8406BF193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6AF1537-7AEF-F291-A022-31EDE2891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35423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8BD72A-07BA-C5E2-B7C0-72C941C21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108" y="-5666"/>
            <a:ext cx="10449784" cy="806487"/>
          </a:xfrm>
        </p:spPr>
        <p:txBody>
          <a:bodyPr>
            <a:normAutofit/>
          </a:bodyPr>
          <a:lstStyle/>
          <a:p>
            <a:pPr algn="ctr"/>
            <a:r>
              <a:rPr lang="es-ES" sz="4000" dirty="0">
                <a:ea typeface="+mj-lt"/>
                <a:cs typeface="+mj-lt"/>
              </a:rPr>
              <a:t>Comparación final A vs B</a:t>
            </a:r>
            <a:endParaRPr lang="es-ES" sz="40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C813686-9556-D626-8E21-D69FE4ED37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7824" y="1104632"/>
            <a:ext cx="10442448" cy="4957171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ES" sz="2000" b="1" i="1" dirty="0">
                <a:ea typeface="+mn-lt"/>
                <a:cs typeface="+mn-lt"/>
              </a:rPr>
              <a:t>¿Qué opción elegir para una oficina real?</a:t>
            </a:r>
            <a:endParaRPr lang="es-ES" sz="2000" b="1" i="1" dirty="0"/>
          </a:p>
          <a:p>
            <a:pPr marL="0" indent="0">
              <a:buNone/>
            </a:pPr>
            <a:r>
              <a:rPr lang="es-ES" sz="2000" i="1" dirty="0">
                <a:ea typeface="+mn-lt"/>
                <a:cs typeface="+mn-lt"/>
              </a:rPr>
              <a:t>Elección:</a:t>
            </a:r>
            <a:r>
              <a:rPr lang="es-ES" sz="2000" dirty="0">
                <a:ea typeface="+mn-lt"/>
                <a:cs typeface="+mn-lt"/>
              </a:rPr>
              <a:t> La Opción B (Mini PC).</a:t>
            </a:r>
            <a:endParaRPr lang="es-ES" sz="2000" dirty="0"/>
          </a:p>
          <a:p>
            <a:pPr marL="0" indent="0">
              <a:buNone/>
            </a:pPr>
            <a:r>
              <a:rPr lang="es-ES" sz="2000" i="1" dirty="0">
                <a:ea typeface="+mn-lt"/>
                <a:cs typeface="+mn-lt"/>
              </a:rPr>
              <a:t>Motivo:</a:t>
            </a:r>
            <a:r>
              <a:rPr lang="es-ES" sz="2000" dirty="0">
                <a:ea typeface="+mn-lt"/>
                <a:cs typeface="+mn-lt"/>
              </a:rPr>
              <a:t> Para tareas básicas, no hace falta la potencia bruta del PC por piezas. Cuesta la mitad , ocupa menos espacio y ya trae el Windows instalado, ahorrando tiempo de montaje. El PC a piezas solo lo usaría para puestos con cargas de trabajo muy pesadas.</a:t>
            </a:r>
            <a:endParaRPr lang="es-ES" sz="2000" dirty="0"/>
          </a:p>
          <a:p>
            <a:pPr marL="0" indent="0">
              <a:buNone/>
            </a:pPr>
            <a:endParaRPr lang="es-ES" sz="2000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s-ES" sz="2000" b="1" i="1" dirty="0">
                <a:ea typeface="+mn-lt"/>
                <a:cs typeface="+mn-lt"/>
              </a:rPr>
              <a:t>¿Qué he aprendido sobre compatibilidad?</a:t>
            </a:r>
            <a:endParaRPr lang="es-ES" sz="2000" b="1" i="1" dirty="0"/>
          </a:p>
          <a:p>
            <a:pPr marL="0" indent="0">
              <a:buNone/>
            </a:pPr>
            <a:r>
              <a:rPr lang="es-ES" sz="2000" dirty="0">
                <a:ea typeface="+mn-lt"/>
                <a:cs typeface="+mn-lt"/>
              </a:rPr>
              <a:t>Que montar un PC es como un </a:t>
            </a:r>
            <a:r>
              <a:rPr lang="es-ES" sz="2000" dirty="0" err="1">
                <a:ea typeface="+mn-lt"/>
                <a:cs typeface="+mn-lt"/>
              </a:rPr>
              <a:t>puzzle</a:t>
            </a:r>
            <a:r>
              <a:rPr lang="es-ES" sz="2000" dirty="0">
                <a:ea typeface="+mn-lt"/>
                <a:cs typeface="+mn-lt"/>
              </a:rPr>
              <a:t>, donde la placa base manda. Teniendo que coincidir todo exactamente con ella (el socket, el tipo de RAM...) y si no, no encaja. </a:t>
            </a:r>
            <a:endParaRPr lang="es-ES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s-ES" sz="2000" dirty="0">
                <a:ea typeface="+mn-lt"/>
                <a:cs typeface="+mn-lt"/>
              </a:rPr>
              <a:t>Y sobre los equipos ya montados (como el Mini PC), he visto que pagas por la comodidad, pero sacrificas poder "trastear" o ampliar el ordenador en el futuro si se queda corto.</a:t>
            </a:r>
            <a:endParaRPr lang="es-ES">
              <a:ea typeface="+mn-lt"/>
              <a:cs typeface="+mn-lt"/>
            </a:endParaRPr>
          </a:p>
          <a:p>
            <a:pPr marL="0" indent="0">
              <a:buNone/>
            </a:pPr>
            <a:endParaRPr lang="es-ES" sz="2000" dirty="0"/>
          </a:p>
          <a:p>
            <a:pPr marL="0" indent="0">
              <a:buNone/>
            </a:pPr>
            <a:endParaRPr lang="es-ES" sz="2000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05DFBA6-B52E-38B9-A87B-CC69B9809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4DE88-A3C2-495E-99E1-3D361E37F01D}" type="datetime1">
              <a:t>2/27/2026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E2EFD75-46C3-49EA-4D9E-A24E8E95E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BDD4336-08BA-39B7-9CC6-9B02E2036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DE196-8A13-4FF7-A07E-102851959EAB}" type="slidenum">
              <a:rPr lang="en-US" dirty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8221350"/>
      </p:ext>
    </p:extLst>
  </p:cSld>
  <p:clrMapOvr>
    <a:masterClrMapping/>
  </p:clrMapOvr>
</p:sld>
</file>

<file path=ppt/theme/theme1.xml><?xml version="1.0" encoding="utf-8"?>
<a:theme xmlns:a="http://schemas.openxmlformats.org/drawingml/2006/main" name="BohoVogueVTI">
  <a:themeElements>
    <a:clrScheme name="BohoVogueVTI">
      <a:dk1>
        <a:sysClr val="windowText" lastClr="000000"/>
      </a:dk1>
      <a:lt1>
        <a:sysClr val="window" lastClr="FFFFFF"/>
      </a:lt1>
      <a:dk2>
        <a:srgbClr val="35403A"/>
      </a:dk2>
      <a:lt2>
        <a:srgbClr val="F1EFEB"/>
      </a:lt2>
      <a:accent1>
        <a:srgbClr val="9E8B50"/>
      </a:accent1>
      <a:accent2>
        <a:srgbClr val="D5966B"/>
      </a:accent2>
      <a:accent3>
        <a:srgbClr val="9BA6BB"/>
      </a:accent3>
      <a:accent4>
        <a:srgbClr val="869880"/>
      </a:accent4>
      <a:accent5>
        <a:srgbClr val="588267"/>
      </a:accent5>
      <a:accent6>
        <a:srgbClr val="B89C46"/>
      </a:accent6>
      <a:hlink>
        <a:srgbClr val="C77138"/>
      </a:hlink>
      <a:folHlink>
        <a:srgbClr val="589374"/>
      </a:folHlink>
    </a:clrScheme>
    <a:fontScheme name="BohoVogueVTI">
      <a:majorFont>
        <a:latin typeface="Walbaum Display"/>
        <a:ea typeface=""/>
        <a:cs typeface=""/>
      </a:majorFont>
      <a:minorFont>
        <a:latin typeface="Aptos Light"/>
        <a:ea typeface=""/>
        <a:cs typeface=""/>
      </a:minorFont>
    </a:fontScheme>
    <a:fmtScheme name="BohoVogue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BohoVogueVTI" id="{587E0025-A466-4551-A341-1A9F570FDF06}" vid="{F615CBBD-D1BB-4663-887F-92A47C7C6AB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Panorámica</PresentationFormat>
  <Paragraphs>0</Paragraphs>
  <Slides>8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9" baseType="lpstr">
      <vt:lpstr>BohoVogueVTI</vt:lpstr>
      <vt:lpstr>Reto_03_UT3_PC_Oficina_y_MiniPC</vt:lpstr>
      <vt:lpstr>Objetivo y requisitos</vt:lpstr>
      <vt:lpstr>CPU y por qué</vt:lpstr>
      <vt:lpstr>Placa + RAM</vt:lpstr>
      <vt:lpstr>SSD + PSU + chasis</vt:lpstr>
      <vt:lpstr>Presupuesto final</vt:lpstr>
      <vt:lpstr>Mini PC alternativa</vt:lpstr>
      <vt:lpstr>Comparación final A vs B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265</cp:revision>
  <dcterms:created xsi:type="dcterms:W3CDTF">2026-02-27T10:51:55Z</dcterms:created>
  <dcterms:modified xsi:type="dcterms:W3CDTF">2026-02-27T11:45:25Z</dcterms:modified>
</cp:coreProperties>
</file>