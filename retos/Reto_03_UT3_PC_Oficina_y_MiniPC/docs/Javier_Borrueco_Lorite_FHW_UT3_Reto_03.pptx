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6"/>
          <p:cNvSpPr/>
          <p:nvPr/>
        </p:nvSpPr>
        <p:spPr>
          <a:xfrm>
            <a:off x="0" y="0"/>
            <a:ext cx="12191760" cy="6859800"/>
          </a:xfrm>
          <a:prstGeom prst="rect">
            <a:avLst/>
          </a:prstGeom>
          <a:solidFill>
            <a:schemeClr val="lt2">
              <a:lumMod val="7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20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lang="en-US" sz="36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Click to edit Master title style</a:t>
            </a:r>
            <a:endParaRPr lang="es-ES" sz="3600" b="0" u="none" strike="noStrike">
              <a:solidFill>
                <a:schemeClr val="dk1"/>
              </a:solidFill>
              <a:effectLst/>
              <a:uFillTx/>
              <a:latin typeface="Aptos Light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dt" idx="1"/>
          </p:nvPr>
        </p:nvSpPr>
        <p:spPr>
          <a:xfrm>
            <a:off x="8776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&lt;fecha/hora&gt;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ftr" idx="2"/>
          </p:nvPr>
        </p:nvSpPr>
        <p:spPr>
          <a:xfrm>
            <a:off x="7132320" y="6356520"/>
            <a:ext cx="42973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algn="ctr">
              <a:buNone/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&lt;pie de página&gt;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sldNum" idx="3"/>
          </p:nvPr>
        </p:nvSpPr>
        <p:spPr>
          <a:xfrm>
            <a:off x="11430000" y="6356520"/>
            <a:ext cx="5209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65524A7-5D68-43BB-8EB7-97B018862273}" type="slidenum">
              <a: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2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Pulse para editar el formato de texto del esquema</a:t>
            </a:r>
            <a:endParaRPr lang="es-ES" sz="16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864000" lvl="1" indent="-3240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Segundo nivel del esquema</a:t>
            </a:r>
            <a:endParaRPr lang="es-ES" sz="12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1296000" lvl="2" indent="-288000">
              <a:lnSpc>
                <a:spcPct val="12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Tercer nivel del esquema</a:t>
            </a:r>
            <a:endParaRPr lang="es-ES" sz="11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1728000" lvl="3" indent="-2160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Cuarto nivel del esquema</a:t>
            </a:r>
            <a:endParaRPr lang="es-ES" sz="11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2160000" lvl="4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Quinto nivel del esquema</a:t>
            </a:r>
            <a:endParaRPr lang="es-ES" sz="20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2592000" lvl="5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Sexto nivel del esquema</a:t>
            </a:r>
            <a:endParaRPr lang="es-ES" sz="20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3024000" lvl="6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Séptimo nivel del esquema</a:t>
            </a:r>
            <a:endParaRPr lang="es-ES" sz="20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6"/>
          <p:cNvSpPr/>
          <p:nvPr/>
        </p:nvSpPr>
        <p:spPr>
          <a:xfrm>
            <a:off x="0" y="0"/>
            <a:ext cx="12191760" cy="6859800"/>
          </a:xfrm>
          <a:prstGeom prst="rect">
            <a:avLst/>
          </a:prstGeom>
          <a:solidFill>
            <a:schemeClr val="lt2">
              <a:lumMod val="7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871200" y="588240"/>
            <a:ext cx="10449360" cy="12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en-US" sz="32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Click to edit Master title style</a:t>
            </a:r>
            <a:endParaRPr lang="es-ES" sz="3200" b="0" u="none" strike="noStrike">
              <a:solidFill>
                <a:schemeClr val="dk1"/>
              </a:solidFill>
              <a:effectLst/>
              <a:uFillTx/>
              <a:latin typeface="Aptos Light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877680" y="2157840"/>
            <a:ext cx="10442160" cy="3903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35403a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6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4572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Second level</a:t>
            </a:r>
            <a:endParaRPr lang="es-ES" sz="14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6858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Third level</a:t>
            </a:r>
            <a:endParaRPr lang="es-ES" sz="12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9144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Fourth level</a:t>
            </a:r>
            <a:endParaRPr lang="es-ES" sz="11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11430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Fifth level</a:t>
            </a:r>
            <a:endParaRPr lang="es-ES" sz="11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4"/>
          </p:nvPr>
        </p:nvSpPr>
        <p:spPr>
          <a:xfrm>
            <a:off x="8776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&lt;fecha/hora&gt;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5"/>
          </p:nvPr>
        </p:nvSpPr>
        <p:spPr>
          <a:xfrm>
            <a:off x="7132320" y="6356520"/>
            <a:ext cx="42973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algn="ctr">
              <a:buNone/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&lt;pie de página&gt;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sldNum" idx="6"/>
          </p:nvPr>
        </p:nvSpPr>
        <p:spPr>
          <a:xfrm>
            <a:off x="11430000" y="6356520"/>
            <a:ext cx="5209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3200343-3FB8-4A41-BECB-2C3F6FBEF4A4}" type="slidenum">
              <a: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6"/>
          <p:cNvSpPr/>
          <p:nvPr/>
        </p:nvSpPr>
        <p:spPr>
          <a:xfrm>
            <a:off x="0" y="0"/>
            <a:ext cx="12191760" cy="6859800"/>
          </a:xfrm>
          <a:prstGeom prst="rect">
            <a:avLst/>
          </a:prstGeom>
          <a:solidFill>
            <a:schemeClr val="lt2">
              <a:lumMod val="7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8724960" y="592200"/>
            <a:ext cx="2628720" cy="558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 vert="eaVer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en-US" sz="32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Click to edit Master title style</a:t>
            </a:r>
            <a:endParaRPr lang="es-ES" sz="3200" b="0" u="none" strike="noStrike">
              <a:solidFill>
                <a:schemeClr val="dk1"/>
              </a:solidFill>
              <a:effectLst/>
              <a:uFillTx/>
              <a:latin typeface="Aptos Light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838080" y="592200"/>
            <a:ext cx="7733880" cy="558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35403a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6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4572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Second level</a:t>
            </a:r>
            <a:endParaRPr lang="es-ES" sz="14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6858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Third level</a:t>
            </a:r>
            <a:endParaRPr lang="es-ES" sz="12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9144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Fourth level</a:t>
            </a:r>
            <a:endParaRPr lang="es-ES" sz="11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11430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Fifth level</a:t>
            </a:r>
            <a:endParaRPr lang="es-ES" sz="11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7"/>
          </p:nvPr>
        </p:nvSpPr>
        <p:spPr>
          <a:xfrm>
            <a:off x="8776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&lt;fecha/hora&gt;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ftr" idx="8"/>
          </p:nvPr>
        </p:nvSpPr>
        <p:spPr>
          <a:xfrm>
            <a:off x="7132320" y="6356520"/>
            <a:ext cx="42973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algn="ctr">
              <a:buNone/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&lt;pie de página&gt;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9"/>
          </p:nvPr>
        </p:nvSpPr>
        <p:spPr>
          <a:xfrm>
            <a:off x="11430000" y="6356520"/>
            <a:ext cx="5209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FAF1E6A-2E18-4C82-96D4-6FD4782714B2}" type="slidenum">
              <a: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6"/>
          <p:cNvSpPr/>
          <p:nvPr/>
        </p:nvSpPr>
        <p:spPr>
          <a:xfrm>
            <a:off x="0" y="0"/>
            <a:ext cx="12191760" cy="6859800"/>
          </a:xfrm>
          <a:prstGeom prst="rect">
            <a:avLst/>
          </a:prstGeom>
          <a:solidFill>
            <a:schemeClr val="lt2">
              <a:lumMod val="7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71200" y="588240"/>
            <a:ext cx="10449360" cy="12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en-US" sz="32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Click to edit Master title style</a:t>
            </a:r>
            <a:endParaRPr lang="es-ES" sz="3200" b="0" u="none" strike="noStrike">
              <a:solidFill>
                <a:schemeClr val="dk1"/>
              </a:solidFill>
              <a:effectLst/>
              <a:uFillTx/>
              <a:latin typeface="Aptos Light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877680" y="2157840"/>
            <a:ext cx="10442160" cy="3903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35403a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6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4572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Second level</a:t>
            </a:r>
            <a:endParaRPr lang="es-ES" sz="14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6858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Third level</a:t>
            </a:r>
            <a:endParaRPr lang="es-ES" sz="12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9144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Fourth level</a:t>
            </a:r>
            <a:endParaRPr lang="es-ES" sz="11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11430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Fifth level</a:t>
            </a:r>
            <a:endParaRPr lang="es-ES" sz="11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0"/>
          </p:nvPr>
        </p:nvSpPr>
        <p:spPr>
          <a:xfrm>
            <a:off x="8776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&lt;fecha/hora&gt;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1"/>
          </p:nvPr>
        </p:nvSpPr>
        <p:spPr>
          <a:xfrm>
            <a:off x="7132320" y="6356520"/>
            <a:ext cx="42973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algn="ctr">
              <a:buNone/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&lt;pie de página&gt;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2"/>
          </p:nvPr>
        </p:nvSpPr>
        <p:spPr>
          <a:xfrm>
            <a:off x="11430000" y="6356520"/>
            <a:ext cx="5209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BB4E3C8-CB94-4F3B-B989-96C6755A52A3}" type="slidenum">
              <a: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6"/>
          <p:cNvSpPr/>
          <p:nvPr/>
        </p:nvSpPr>
        <p:spPr>
          <a:xfrm>
            <a:off x="0" y="0"/>
            <a:ext cx="12191760" cy="6859800"/>
          </a:xfrm>
          <a:prstGeom prst="rect">
            <a:avLst/>
          </a:prstGeom>
          <a:solidFill>
            <a:schemeClr val="lt2">
              <a:lumMod val="7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1474200" y="1514520"/>
            <a:ext cx="8583840" cy="313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100000"/>
              </a:lnSpc>
              <a:buNone/>
            </a:pPr>
            <a:r>
              <a:rPr lang="en-US" sz="3600" b="0" u="none" spc="300" strike="noStrike" cap="all">
                <a:solidFill>
                  <a:schemeClr val="dk2"/>
                </a:solidFill>
                <a:effectLst/>
                <a:uFillTx/>
                <a:latin typeface="Walbaum Display"/>
              </a:rPr>
              <a:t>Click to edit Master title style</a:t>
            </a:r>
            <a:endParaRPr lang="es-ES" sz="3600" b="0" u="none" strike="noStrike">
              <a:solidFill>
                <a:schemeClr val="dk1"/>
              </a:solidFill>
              <a:effectLst/>
              <a:uFillTx/>
              <a:latin typeface="Aptos Light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1474200" y="4964040"/>
            <a:ext cx="8583840" cy="1125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16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6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3"/>
          </p:nvPr>
        </p:nvSpPr>
        <p:spPr>
          <a:xfrm>
            <a:off x="8776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&lt;fecha/hora&gt;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4"/>
          </p:nvPr>
        </p:nvSpPr>
        <p:spPr>
          <a:xfrm>
            <a:off x="7132320" y="6356520"/>
            <a:ext cx="42973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algn="ctr">
              <a:buNone/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&lt;pie de página&gt;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5"/>
          </p:nvPr>
        </p:nvSpPr>
        <p:spPr>
          <a:xfrm>
            <a:off x="11430000" y="6356520"/>
            <a:ext cx="5209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1BF034-1370-4C31-8F0B-3093AFCDB786}" type="slidenum">
              <a: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6"/>
          <p:cNvSpPr/>
          <p:nvPr/>
        </p:nvSpPr>
        <p:spPr>
          <a:xfrm>
            <a:off x="0" y="0"/>
            <a:ext cx="12191760" cy="6859800"/>
          </a:xfrm>
          <a:prstGeom prst="rect">
            <a:avLst/>
          </a:prstGeom>
          <a:solidFill>
            <a:schemeClr val="lt2">
              <a:lumMod val="7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71200" y="588240"/>
            <a:ext cx="10449360" cy="12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en-US" sz="32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Click to edit Master title style</a:t>
            </a:r>
            <a:endParaRPr lang="es-ES" sz="3200" b="0" u="none" strike="noStrike">
              <a:solidFill>
                <a:schemeClr val="dk1"/>
              </a:solidFill>
              <a:effectLst/>
              <a:uFillTx/>
              <a:latin typeface="Aptos Light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77680" y="2159280"/>
            <a:ext cx="4977000" cy="401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35403a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6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4572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Second level</a:t>
            </a:r>
            <a:endParaRPr lang="es-ES" sz="14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6858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Third level</a:t>
            </a:r>
            <a:endParaRPr lang="es-ES" sz="12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9144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Fourth level</a:t>
            </a:r>
            <a:endParaRPr lang="es-ES" sz="11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11430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Fifth level</a:t>
            </a:r>
            <a:endParaRPr lang="es-ES" sz="11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6328440" y="2159280"/>
            <a:ext cx="4985280" cy="401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35403a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6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4572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Second level</a:t>
            </a:r>
            <a:endParaRPr lang="es-ES" sz="14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6858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Third level</a:t>
            </a:r>
            <a:endParaRPr lang="es-ES" sz="12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9144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Fourth level</a:t>
            </a:r>
            <a:endParaRPr lang="es-ES" sz="11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11430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Fifth level</a:t>
            </a:r>
            <a:endParaRPr lang="es-ES" sz="11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dt" idx="16"/>
          </p:nvPr>
        </p:nvSpPr>
        <p:spPr>
          <a:xfrm>
            <a:off x="8776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&lt;fecha/hora&gt;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ftr" idx="17"/>
          </p:nvPr>
        </p:nvSpPr>
        <p:spPr>
          <a:xfrm>
            <a:off x="7132320" y="6356520"/>
            <a:ext cx="42973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algn="ctr">
              <a:buNone/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&lt;pie de página&gt;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sldNum" idx="18"/>
          </p:nvPr>
        </p:nvSpPr>
        <p:spPr>
          <a:xfrm>
            <a:off x="11430000" y="6356520"/>
            <a:ext cx="5209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41038EF-4B54-4F0E-AD86-31DB4B5F67CB}" type="slidenum">
              <a: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6"/>
          <p:cNvSpPr/>
          <p:nvPr/>
        </p:nvSpPr>
        <p:spPr>
          <a:xfrm>
            <a:off x="0" y="0"/>
            <a:ext cx="12191760" cy="6859800"/>
          </a:xfrm>
          <a:prstGeom prst="rect">
            <a:avLst/>
          </a:prstGeom>
          <a:solidFill>
            <a:schemeClr val="lt2">
              <a:lumMod val="7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881280" y="602640"/>
            <a:ext cx="10428840" cy="76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en-US" sz="32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Click to edit Master title style</a:t>
            </a:r>
            <a:endParaRPr lang="es-ES" sz="3200" b="0" u="none" strike="noStrike">
              <a:solidFill>
                <a:schemeClr val="dk1"/>
              </a:solidFill>
              <a:effectLst/>
              <a:uFillTx/>
              <a:latin typeface="Aptos Light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881280" y="1696320"/>
            <a:ext cx="4963320" cy="64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1400" b="1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4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881280" y="2343960"/>
            <a:ext cx="4963320" cy="38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35403a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6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4572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Second level</a:t>
            </a:r>
            <a:endParaRPr lang="es-ES" sz="14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6858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Third level</a:t>
            </a:r>
            <a:endParaRPr lang="es-ES" sz="12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9144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Fourth level</a:t>
            </a:r>
            <a:endParaRPr lang="es-ES" sz="11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11430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Fifth level</a:t>
            </a:r>
            <a:endParaRPr lang="es-ES" sz="11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body"/>
          </p:nvPr>
        </p:nvSpPr>
        <p:spPr>
          <a:xfrm>
            <a:off x="6322680" y="1696320"/>
            <a:ext cx="4987800" cy="64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1400" b="1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4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body"/>
          </p:nvPr>
        </p:nvSpPr>
        <p:spPr>
          <a:xfrm>
            <a:off x="6322680" y="2343960"/>
            <a:ext cx="4987800" cy="38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35403a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6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4572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Second level</a:t>
            </a:r>
            <a:endParaRPr lang="es-ES" sz="14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6858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Third level</a:t>
            </a:r>
            <a:endParaRPr lang="es-ES" sz="12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9144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Fourth level</a:t>
            </a:r>
            <a:endParaRPr lang="es-ES" sz="11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11430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Fifth level</a:t>
            </a:r>
            <a:endParaRPr lang="es-ES" sz="11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</p:txBody>
      </p:sp>
      <p:sp>
        <p:nvSpPr>
          <p:cNvPr id="45" name="PlaceHolder 6"/>
          <p:cNvSpPr>
            <a:spLocks noGrp="1"/>
          </p:cNvSpPr>
          <p:nvPr>
            <p:ph type="dt" idx="19"/>
          </p:nvPr>
        </p:nvSpPr>
        <p:spPr>
          <a:xfrm>
            <a:off x="8776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&lt;fecha/hora&gt;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7"/>
          <p:cNvSpPr>
            <a:spLocks noGrp="1"/>
          </p:cNvSpPr>
          <p:nvPr>
            <p:ph type="ftr" idx="20"/>
          </p:nvPr>
        </p:nvSpPr>
        <p:spPr>
          <a:xfrm>
            <a:off x="7132320" y="6356520"/>
            <a:ext cx="42973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algn="ctr">
              <a:buNone/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&lt;pie de página&gt;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8"/>
          <p:cNvSpPr>
            <a:spLocks noGrp="1"/>
          </p:cNvSpPr>
          <p:nvPr>
            <p:ph type="sldNum" idx="21"/>
          </p:nvPr>
        </p:nvSpPr>
        <p:spPr>
          <a:xfrm>
            <a:off x="11430000" y="6356520"/>
            <a:ext cx="5209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0C30B06-DA4E-41EB-B818-2A13BAE254EA}" type="slidenum">
              <a: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6"/>
          <p:cNvSpPr/>
          <p:nvPr/>
        </p:nvSpPr>
        <p:spPr>
          <a:xfrm>
            <a:off x="0" y="0"/>
            <a:ext cx="12191760" cy="6859800"/>
          </a:xfrm>
          <a:prstGeom prst="rect">
            <a:avLst/>
          </a:prstGeom>
          <a:solidFill>
            <a:schemeClr val="lt2">
              <a:lumMod val="7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71200" y="588240"/>
            <a:ext cx="10449360" cy="12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en-US" sz="32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Click to edit Master title style</a:t>
            </a:r>
            <a:endParaRPr lang="es-ES" sz="3200" b="0" u="none" strike="noStrike">
              <a:solidFill>
                <a:schemeClr val="dk1"/>
              </a:solidFill>
              <a:effectLst/>
              <a:uFillTx/>
              <a:latin typeface="Aptos Light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dt" idx="22"/>
          </p:nvPr>
        </p:nvSpPr>
        <p:spPr>
          <a:xfrm>
            <a:off x="8776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&lt;fecha/hora&gt;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ftr" idx="23"/>
          </p:nvPr>
        </p:nvSpPr>
        <p:spPr>
          <a:xfrm>
            <a:off x="7132320" y="6356520"/>
            <a:ext cx="42973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algn="ctr">
              <a:buNone/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&lt;pie de página&gt;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sldNum" idx="24"/>
          </p:nvPr>
        </p:nvSpPr>
        <p:spPr>
          <a:xfrm>
            <a:off x="11430000" y="6356520"/>
            <a:ext cx="5209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273A7A3-0FFF-42A1-BCA1-3A21ABC6064D}" type="slidenum">
              <a: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tangle 6"/>
          <p:cNvSpPr/>
          <p:nvPr/>
        </p:nvSpPr>
        <p:spPr>
          <a:xfrm>
            <a:off x="0" y="0"/>
            <a:ext cx="12191760" cy="6859800"/>
          </a:xfrm>
          <a:prstGeom prst="rect">
            <a:avLst/>
          </a:prstGeom>
          <a:solidFill>
            <a:schemeClr val="lt2">
              <a:lumMod val="7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1"/>
          <p:cNvSpPr>
            <a:spLocks noGrp="1"/>
          </p:cNvSpPr>
          <p:nvPr>
            <p:ph type="dt" idx="25"/>
          </p:nvPr>
        </p:nvSpPr>
        <p:spPr>
          <a:xfrm>
            <a:off x="8776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&lt;fecha/hora&gt;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ftr" idx="26"/>
          </p:nvPr>
        </p:nvSpPr>
        <p:spPr>
          <a:xfrm>
            <a:off x="7132320" y="6356520"/>
            <a:ext cx="42973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algn="ctr">
              <a:buNone/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&lt;pie de página&gt;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sldNum" idx="27"/>
          </p:nvPr>
        </p:nvSpPr>
        <p:spPr>
          <a:xfrm>
            <a:off x="11430000" y="6356520"/>
            <a:ext cx="5209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0420266-DE9A-4C7D-9069-462F3240E007}" type="slidenum">
              <a: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6"/>
          <p:cNvSpPr/>
          <p:nvPr/>
        </p:nvSpPr>
        <p:spPr>
          <a:xfrm>
            <a:off x="0" y="0"/>
            <a:ext cx="12191760" cy="6859800"/>
          </a:xfrm>
          <a:prstGeom prst="rect">
            <a:avLst/>
          </a:prstGeom>
          <a:solidFill>
            <a:schemeClr val="lt2">
              <a:lumMod val="7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839880" y="807840"/>
            <a:ext cx="3640320" cy="206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buNone/>
            </a:pPr>
            <a:r>
              <a:rPr lang="en-US" sz="28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Click to edit Master title style</a:t>
            </a:r>
            <a:endParaRPr lang="es-ES" sz="2800" b="0" u="none" strike="noStrike">
              <a:solidFill>
                <a:schemeClr val="dk1"/>
              </a:solidFill>
              <a:effectLst/>
              <a:uFillTx/>
              <a:latin typeface="Aptos Light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5432760" y="807840"/>
            <a:ext cx="5922000" cy="505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35403a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24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4572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Second level</a:t>
            </a:r>
            <a:endParaRPr lang="es-ES" sz="20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6858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Third level</a:t>
            </a:r>
            <a:endParaRPr lang="es-ES" sz="18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9144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Fourth level</a:t>
            </a:r>
            <a:endParaRPr lang="es-ES" sz="16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11430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Fifth level</a:t>
            </a:r>
            <a:endParaRPr lang="es-ES" sz="16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839880" y="3000600"/>
            <a:ext cx="3640320" cy="286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6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dt" idx="28"/>
          </p:nvPr>
        </p:nvSpPr>
        <p:spPr>
          <a:xfrm>
            <a:off x="8776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&lt;fecha/hora&gt;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ftr" idx="29"/>
          </p:nvPr>
        </p:nvSpPr>
        <p:spPr>
          <a:xfrm>
            <a:off x="7132320" y="6356520"/>
            <a:ext cx="42973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algn="ctr">
              <a:buNone/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&lt;pie de página&gt;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6"/>
          <p:cNvSpPr>
            <a:spLocks noGrp="1"/>
          </p:cNvSpPr>
          <p:nvPr>
            <p:ph type="sldNum" idx="30"/>
          </p:nvPr>
        </p:nvSpPr>
        <p:spPr>
          <a:xfrm>
            <a:off x="11430000" y="6356520"/>
            <a:ext cx="5209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3C6077E-AB5B-41DC-82E0-95DB9E8C2E36}" type="slidenum">
              <a: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>
          <a:xfrm>
            <a:off x="0" y="0"/>
            <a:ext cx="12191760" cy="6859800"/>
          </a:xfrm>
          <a:prstGeom prst="rect">
            <a:avLst/>
          </a:prstGeom>
          <a:solidFill>
            <a:schemeClr val="lt2">
              <a:lumMod val="7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839880" y="820800"/>
            <a:ext cx="3638880" cy="206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buNone/>
            </a:pPr>
            <a:r>
              <a:rPr lang="en-US" sz="28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Click to edit Master title style</a:t>
            </a:r>
            <a:endParaRPr lang="es-ES" sz="2800" b="0" u="none" strike="noStrike">
              <a:solidFill>
                <a:schemeClr val="dk1"/>
              </a:solidFill>
              <a:effectLst/>
              <a:uFillTx/>
              <a:latin typeface="Aptos Light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5247360" y="919440"/>
            <a:ext cx="6107760" cy="5013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2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3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Pulse para editar el formato de texto del esquema</a:t>
            </a:r>
            <a:endParaRPr lang="es-ES" sz="32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864000" lvl="1" indent="-3240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3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Segundo nivel del esquema</a:t>
            </a:r>
            <a:endParaRPr lang="es-ES" sz="32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1296000" lvl="2" indent="-288000">
              <a:lnSpc>
                <a:spcPct val="12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3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Tercer nivel del esquema</a:t>
            </a:r>
            <a:endParaRPr lang="es-ES" sz="32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1728000" lvl="3" indent="-2160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3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Cuarto nivel del esquema</a:t>
            </a:r>
            <a:endParaRPr lang="es-ES" sz="32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2160000" lvl="4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3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Quinto nivel del esquema</a:t>
            </a:r>
            <a:endParaRPr lang="es-ES" sz="32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2592000" lvl="5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3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Sexto nivel del esquema</a:t>
            </a:r>
            <a:endParaRPr lang="es-ES" sz="32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marL="3024000" lvl="6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3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Séptimo nivel del esquema</a:t>
            </a:r>
            <a:endParaRPr lang="es-ES" sz="32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839880" y="3000600"/>
            <a:ext cx="3643560" cy="286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6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dt" idx="31"/>
          </p:nvPr>
        </p:nvSpPr>
        <p:spPr>
          <a:xfrm>
            <a:off x="8776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&lt;fecha/hora&gt;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5"/>
          <p:cNvSpPr>
            <a:spLocks noGrp="1"/>
          </p:cNvSpPr>
          <p:nvPr>
            <p:ph type="ftr" idx="32"/>
          </p:nvPr>
        </p:nvSpPr>
        <p:spPr>
          <a:xfrm>
            <a:off x="7132320" y="6356520"/>
            <a:ext cx="42973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algn="ctr">
              <a:buNone/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&lt;pie de página&gt;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6"/>
          <p:cNvSpPr>
            <a:spLocks noGrp="1"/>
          </p:cNvSpPr>
          <p:nvPr>
            <p:ph type="sldNum" idx="33"/>
          </p:nvPr>
        </p:nvSpPr>
        <p:spPr>
          <a:xfrm>
            <a:off x="11430000" y="6356520"/>
            <a:ext cx="5209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3197871-8C75-4BB0-A633-75775121D8B8}" type="slidenum">
              <a: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hyperlink" Target="https://www.pccomponentes.com/amd-ryzen-5-5600gt-36-46ghz-box" TargetMode="External"/><Relationship Id="rId2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hyperlink" Target="https://www.pccomponentes.com/gigabyte-b450m-k" TargetMode="External"/><Relationship Id="rId2" Type="http://schemas.openxmlformats.org/officeDocument/2006/relationships/hyperlink" Target="https://www.pccomponentes.com/kingston-fury-beast-ddr4-3200-mhz-8gb-cl16" TargetMode="External"/><Relationship Id="rId3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hyperlink" Target="https://www.pccomponentes.com/wd-blue-sn580-500gb-ssd-m2-pcie-40-nvme" TargetMode="External"/><Relationship Id="rId2" Type="http://schemas.openxmlformats.org/officeDocument/2006/relationships/hyperlink" Target="https://www.pccomponentes.com/msi-mag-a550bn-550w-80-plus-bronze" TargetMode="External"/><Relationship Id="rId3" Type="http://schemas.openxmlformats.org/officeDocument/2006/relationships/hyperlink" Target="https://www.pccomponentes.com/tempest-rampart-argb-m-atx-cristal-templado-usb-30-negra" TargetMode="External"/><Relationship Id="rId4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hyperlink" Target="https://www.pccomponentes.com/amd-ryzen-5-5600gt-36-46ghz-box" TargetMode="External"/><Relationship Id="rId2" Type="http://schemas.openxmlformats.org/officeDocument/2006/relationships/hyperlink" Target="https://www.pccomponentes.com/gigabyte-b450m-k" TargetMode="External"/><Relationship Id="rId3" Type="http://schemas.openxmlformats.org/officeDocument/2006/relationships/hyperlink" Target="https://www.pccomponentes.com/kingston-fury-beast-ddr4-3200-mhz-8gb-cl16" TargetMode="External"/><Relationship Id="rId4" Type="http://schemas.openxmlformats.org/officeDocument/2006/relationships/hyperlink" Target="https://www.pccomponentes.com/wd-blue-sn580-500gb-ssd-m2-pcie-40-nvme" TargetMode="External"/><Relationship Id="rId5" Type="http://schemas.openxmlformats.org/officeDocument/2006/relationships/hyperlink" Target="https://www.pccomponentes.com/msi-mag-a550bn-550w-80-plus-bronze" TargetMode="External"/><Relationship Id="rId6" Type="http://schemas.openxmlformats.org/officeDocument/2006/relationships/hyperlink" Target="https://www.pccomponentes.com/tempest-rampart-argb-m-atx-cristal-templado-usb-30-negra" TargetMode="External"/><Relationship Id="rId7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hyperlink" Target="https://www.amazon.es/Blackview-MP60-actualizado-Espandibile-Display/dp/B0FL25SB34" TargetMode="External"/><Relationship Id="rId2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5040" y="745560"/>
            <a:ext cx="12190320" cy="224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lang="es-ES" sz="4800" b="1" u="none" strike="noStrike">
                <a:solidFill>
                  <a:schemeClr val="dk2"/>
                </a:solidFill>
                <a:effectLst/>
                <a:uFillTx/>
                <a:latin typeface="Walbaum Display"/>
                <a:ea typeface="Walbaum Display"/>
              </a:rPr>
              <a:t>Reto_03_UT3_PC_Oficina_y_MiniPC</a:t>
            </a:r>
            <a:endParaRPr lang="es-ES" sz="4800" b="0" u="none" strike="noStrike">
              <a:solidFill>
                <a:schemeClr val="dk1"/>
              </a:solidFill>
              <a:effectLst/>
              <a:uFillTx/>
              <a:latin typeface="Aptos Light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subTitle"/>
          </p:nvPr>
        </p:nvSpPr>
        <p:spPr>
          <a:xfrm>
            <a:off x="1523880" y="4012920"/>
            <a:ext cx="9143640" cy="140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4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Javier Borrueco Lorite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4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Grupo 3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4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20/02/2026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871200" y="442080"/>
            <a:ext cx="10438920" cy="97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lang="es-ES" sz="40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Objetivo y requisitos</a:t>
            </a:r>
            <a:endParaRPr lang="es-ES" sz="4000" b="0" u="none" strike="noStrike">
              <a:solidFill>
                <a:schemeClr val="dk1"/>
              </a:solidFill>
              <a:effectLst/>
              <a:uFillTx/>
              <a:latin typeface="Aptos Light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877680" y="2157840"/>
            <a:ext cx="10442160" cy="3903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8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Objetivo: </a:t>
            </a:r>
            <a:endParaRPr lang="es-ES" sz="28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8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 Diseñar y comparar soluciones informáticas para una oficina.</a:t>
            </a:r>
            <a:endParaRPr lang="es-ES" sz="28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8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Requisitos: </a:t>
            </a:r>
            <a:endParaRPr lang="es-ES" sz="28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8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 Un equipo preparado para el uso en oficina.</a:t>
            </a:r>
            <a:endParaRPr lang="es-ES" sz="28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8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 Buscar una relación calidad-precio.</a:t>
            </a:r>
            <a:endParaRPr lang="es-ES" sz="28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8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 Garantizar la compatibilidad de los componentes del equipo.</a:t>
            </a:r>
            <a:endParaRPr lang="es-ES" sz="28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
             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6FF61FD-8FF7-4343-A1C1-F4F411C10DFA}" type="slidenum">
              <a:t>2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8593FE88-B8F7-4E78-A6AF-4318BFC297B4}" type="datetime1">
              <a:rPr lang="es-ES"/>
              <a:t>10/03/2026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71200" y="229680"/>
            <a:ext cx="10449360" cy="95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lang="es-ES" sz="40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CPU y por qué</a:t>
            </a:r>
            <a:endParaRPr lang="es-ES" sz="4000" b="0" u="none" strike="noStrike">
              <a:solidFill>
                <a:schemeClr val="dk1"/>
              </a:solidFill>
              <a:effectLst/>
              <a:uFillTx/>
              <a:latin typeface="Aptos Light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877680" y="1373400"/>
            <a:ext cx="10442160" cy="523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4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Modelo:</a:t>
            </a:r>
            <a:r>
              <a:rPr lang="es-ES" sz="24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 AMD Ryzen 5 5600GT 3.6/4.6GHz Box </a:t>
            </a:r>
            <a:endParaRPr lang="es-ES" sz="24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4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Precio:</a:t>
            </a:r>
            <a:r>
              <a:rPr lang="es-ES" sz="24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 139,90 €</a:t>
            </a:r>
            <a:endParaRPr lang="es-ES" sz="24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4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URL: </a:t>
            </a:r>
            <a:r>
              <a:rPr lang="es-ES" sz="2400" b="0" i="1" u="sng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  <a:hlinkClick r:id="rId1"/>
              </a:rPr>
              <a:t>enlace</a:t>
            </a:r>
            <a:endParaRPr lang="es-ES" sz="24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s-ES" sz="24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400" b="0" i="1" u="sng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¿Por qué esta CPU?</a:t>
            </a:r>
            <a:endParaRPr lang="es-ES" sz="24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4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Incluye gráficos integrados, lo que nos ahorra comprar una tarjeta gráfica dedicada.</a:t>
            </a:r>
            <a:endParaRPr lang="es-ES" sz="24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4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Sus 12 hilos ofrecen potencia de sobra para multitarea en la oficina.</a:t>
            </a:r>
            <a:endParaRPr lang="es-ES" sz="24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4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Compatibilidad: Requiere una placa base con el socket AM4.</a:t>
            </a:r>
            <a:endParaRPr lang="es-ES" sz="24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s-ES" sz="20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
             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580FFC7-F7FD-4DA7-9480-1B622A01E2D0}" type="slidenum">
              <a:t>3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BFE4198E-3C63-4555-A08E-45BFB6D00C6E}" type="datetime1">
              <a:rPr lang="es-ES"/>
              <a:t>10/03/2026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871200" y="588240"/>
            <a:ext cx="10449360" cy="50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lang="es-ES" sz="4000" b="0" u="none" strike="noStrike">
                <a:solidFill>
                  <a:schemeClr val="dk2"/>
                </a:solidFill>
                <a:effectLst/>
                <a:uFillTx/>
                <a:latin typeface="Walbaum Display"/>
                <a:ea typeface="Walbaum Display"/>
              </a:rPr>
              <a:t>Placa + RAM</a:t>
            </a:r>
            <a:endParaRPr lang="es-ES" sz="4000" b="0" u="none" strike="noStrike">
              <a:solidFill>
                <a:schemeClr val="dk1"/>
              </a:solidFill>
              <a:effectLst/>
              <a:uFillTx/>
              <a:latin typeface="Aptos Light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877680" y="1272600"/>
            <a:ext cx="10442160" cy="478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1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Placa Base:</a:t>
            </a:r>
            <a:endParaRPr lang="es-ES" sz="20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 Modelo:</a:t>
            </a: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 Gigabyte B450M K</a:t>
            </a:r>
            <a:endParaRPr lang="es-ES" sz="20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 Precio:</a:t>
            </a: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 73,99 €</a:t>
            </a:r>
            <a:endParaRPr lang="es-ES" sz="20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 URL:</a:t>
            </a: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 </a:t>
            </a:r>
            <a:r>
              <a:rPr lang="es-ES" sz="2000" b="0" u="sng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  <a:hlinkClick r:id="rId1"/>
              </a:rPr>
              <a:t>enlace</a:t>
            </a:r>
            <a:endParaRPr lang="es-ES" sz="20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Compatibilidad: Tiene socket AM4 (compatible con la CPU Ryzen 5600GT) y formato Micro-ATX.</a:t>
            </a:r>
            <a:endParaRPr lang="es-ES" sz="20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1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Memoria RAM:</a:t>
            </a:r>
            <a:endParaRPr lang="es-ES" sz="20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 Modelo:</a:t>
            </a: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 Kingston FURY Beast DDR4 3200 MHz 8GB CL16</a:t>
            </a:r>
            <a:endParaRPr lang="es-ES" sz="20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 Precio: </a:t>
            </a: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82,95 €</a:t>
            </a:r>
            <a:endParaRPr lang="es-ES" sz="20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 URL: </a:t>
            </a:r>
            <a:r>
              <a:rPr lang="es-ES" sz="2000" b="0" i="1" u="sng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  <a:hlinkClick r:id="rId2"/>
              </a:rPr>
              <a:t>enlace</a:t>
            </a:r>
            <a:endParaRPr lang="es-ES" sz="20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Compatibilidad:</a:t>
            </a: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 Es memoria DDR4, el estándar soportado por la placa base B450M.</a:t>
            </a:r>
            <a:endParaRPr lang="es-ES" sz="20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s-ES" sz="16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
             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D13F0BC-963E-4403-AEC3-6C45F0DED654}" type="slidenum">
              <a:t>4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AB32B374-1681-4E69-9CC7-62EE5905D195}" type="datetime1">
              <a:rPr lang="es-ES"/>
              <a:t>10/03/2026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871200" y="5400"/>
            <a:ext cx="10449360" cy="72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lang="es-ES" sz="4000" b="0" u="none" strike="noStrike">
                <a:solidFill>
                  <a:schemeClr val="dk2"/>
                </a:solidFill>
                <a:effectLst/>
                <a:uFillTx/>
                <a:latin typeface="Walbaum Display"/>
                <a:ea typeface="Walbaum Display"/>
              </a:rPr>
              <a:t>SSD + PSU + chasis</a:t>
            </a:r>
            <a:endParaRPr lang="es-ES" sz="4000" b="0" u="none" strike="noStrike">
              <a:solidFill>
                <a:schemeClr val="dk1"/>
              </a:solidFill>
              <a:effectLst/>
              <a:uFillTx/>
              <a:latin typeface="Aptos Light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877680" y="745920"/>
            <a:ext cx="10442160" cy="531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Almacenamiento (SSD):</a:t>
            </a:r>
            <a:endParaRPr lang="es-ES" sz="18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 Modelo: WD Blue SN580 500GB SSD M.2 PCIe 4.0 NVMe | Precio: 44 €</a:t>
            </a:r>
            <a:endParaRPr lang="es-ES" sz="18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 URL: </a:t>
            </a:r>
            <a:r>
              <a:rPr lang="es-ES" sz="1800" b="0" u="sng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  <a:hlinkClick r:id="rId1"/>
              </a:rPr>
              <a:t>enlace</a:t>
            </a:r>
            <a:endParaRPr lang="es-ES" sz="18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 Compatibilidad: Encaja en la ranura M.2 de la placa base.</a:t>
            </a:r>
            <a:endParaRPr lang="es-ES" sz="18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Fuente de alimentación (PSU):</a:t>
            </a:r>
            <a:endParaRPr lang="es-ES" sz="18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 Modelo: MSI MAG A550BN 550W 80 Plus Bronze | Precio: 49,90 €</a:t>
            </a:r>
            <a:endParaRPr lang="es-ES" sz="18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 URL: </a:t>
            </a:r>
            <a:r>
              <a:rPr lang="es-ES" sz="1800" b="0" u="sng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  <a:hlinkClick r:id="rId2"/>
              </a:rPr>
              <a:t>enlace</a:t>
            </a:r>
            <a:endParaRPr lang="es-ES" sz="18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 Compatibilidad: Conectores ATX 24 pines y EPS 8 pines compatibles con la placa.</a:t>
            </a:r>
            <a:endParaRPr lang="es-ES" sz="18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Chasis:</a:t>
            </a:r>
            <a:endParaRPr lang="es-ES" sz="18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 Modelo: Tempest Rampart ARGB M-ATX Cristal Templado Negra | Precio: 36,99 €</a:t>
            </a:r>
            <a:endParaRPr lang="es-ES" sz="18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 URL: </a:t>
            </a:r>
            <a:r>
              <a:rPr lang="es-ES" sz="1800" b="0" u="sng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  <a:hlinkClick r:id="rId3"/>
              </a:rPr>
              <a:t>enlace</a:t>
            </a:r>
            <a:endParaRPr lang="es-ES" sz="18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 Compatibilidad: Formato Micro-ATX para la placa base y espacio para la fuente ATX.</a:t>
            </a:r>
            <a:endParaRPr lang="es-ES" sz="18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s-ES" sz="16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
             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9BEADB8-9A8D-438C-BCDE-D548EDC284D0}" type="slidenum">
              <a:t>5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82BABF80-E60A-485E-9793-0406FA73A8E4}" type="datetime1">
              <a:rPr lang="es-ES"/>
              <a:t>10/03/2026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871200" y="128880"/>
            <a:ext cx="10449360" cy="7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lang="es-ES" sz="4000" b="0" u="none" strike="noStrike">
                <a:solidFill>
                  <a:schemeClr val="dk2"/>
                </a:solidFill>
                <a:effectLst/>
                <a:uFillTx/>
                <a:latin typeface="Walbaum Display"/>
                <a:ea typeface="Walbaum Display"/>
              </a:rPr>
              <a:t>Presupuesto final</a:t>
            </a:r>
            <a:endParaRPr lang="es-ES" sz="4000" b="0" u="none" strike="noStrike">
              <a:solidFill>
                <a:schemeClr val="dk1"/>
              </a:solidFill>
              <a:effectLst/>
              <a:uFillTx/>
              <a:latin typeface="Aptos Light"/>
            </a:endParaRPr>
          </a:p>
        </p:txBody>
      </p:sp>
      <p:graphicFrame>
        <p:nvGraphicFramePr>
          <p:cNvPr id="82" name="Marcador de contenido 12"/>
          <p:cNvGraphicFramePr/>
          <p:nvPr/>
        </p:nvGraphicFramePr>
        <p:xfrm>
          <a:off x="347400" y="986040"/>
          <a:ext cx="11479320" cy="5250240"/>
        </p:xfrm>
        <a:graphic>
          <a:graphicData uri="http://schemas.openxmlformats.org/drawingml/2006/table">
            <a:tbl>
              <a:tblPr/>
              <a:tblGrid>
                <a:gridCol w="2869560"/>
                <a:gridCol w="2869560"/>
                <a:gridCol w="2869560"/>
                <a:gridCol w="2869560"/>
              </a:tblGrid>
              <a:tr h="6562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 Light"/>
                        </a:rPr>
                        <a:t>Componente</a:t>
                      </a:r>
                      <a:endParaRPr lang="es-E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 Light"/>
                        </a:rPr>
                        <a:t>Modelo</a:t>
                      </a:r>
                      <a:endParaRPr lang="es-E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 Light"/>
                        </a:rPr>
                        <a:t>Precio</a:t>
                      </a:r>
                      <a:endParaRPr lang="es-E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 Light"/>
                        </a:rPr>
                        <a:t>URL</a:t>
                      </a:r>
                      <a:endParaRPr lang="es-E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6562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CPU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AMD Ryzen 5 5600GT Box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139,90 €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  <a:hlinkClick r:id="rId1"/>
                        </a:rPr>
                        <a:t>Enlace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6562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Placa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Gigabyte B450M K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73,99 €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rgbClr val="c77138"/>
                          </a:solidFill>
                          <a:effectLst/>
                          <a:uFillTx/>
                          <a:latin typeface="Aptos Light"/>
                          <a:hlinkClick r:id="rId2"/>
                        </a:rPr>
                        <a:t>Enlace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6562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RAM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Kingston FURY Beast 8GB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82,95 €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  <a:hlinkClick r:id="rId3"/>
                        </a:rPr>
                        <a:t>Enlace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6562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SSD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WD Blue SN580 500GB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  <a:ea typeface="Noto Sans CJK SC"/>
                        </a:rPr>
                        <a:t>44 </a:t>
                      </a: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€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rgbClr val="c77138"/>
                          </a:solidFill>
                          <a:effectLst/>
                          <a:uFillTx/>
                          <a:latin typeface="Aptos Light"/>
                          <a:hlinkClick r:id="rId4"/>
                        </a:rPr>
                        <a:t>Enlace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6562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PSU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MSI MAG A550BN 550W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49,90 €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rgbClr val="c77138"/>
                          </a:solidFill>
                          <a:effectLst/>
                          <a:uFillTx/>
                          <a:latin typeface="Aptos Light"/>
                          <a:hlinkClick r:id="rId5"/>
                        </a:rPr>
                        <a:t>Enlace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6562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Chasis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Tempest Rampart M-ATX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36,99 €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rgbClr val="c77138"/>
                          </a:solidFill>
                          <a:effectLst/>
                          <a:uFillTx/>
                          <a:latin typeface="Aptos Light"/>
                          <a:hlinkClick r:id="rId6"/>
                        </a:rPr>
                        <a:t>Enlace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6562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TOTAL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s-E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 Light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427,73 €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s-E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 Light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
              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D9AB539-6797-44F2-AA2F-D9B6CDE2E10F}" type="slidenum">
              <a:t>6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C2FC5C04-430F-4A0C-B2D7-8F4BAE0CCB92}" type="datetime1">
              <a:rPr lang="es-ES"/>
              <a:t>10/03/2026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871200" y="5400"/>
            <a:ext cx="10449360" cy="86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lang="es-ES" sz="4000" b="0" u="none" strike="noStrike">
                <a:solidFill>
                  <a:schemeClr val="dk2"/>
                </a:solidFill>
                <a:effectLst/>
                <a:uFillTx/>
                <a:latin typeface="Walbaum Display"/>
                <a:ea typeface="Walbaum Display"/>
              </a:rPr>
              <a:t>Mini PC alternativa</a:t>
            </a:r>
            <a:endParaRPr lang="es-ES" sz="4000" b="0" u="none" strike="noStrike">
              <a:solidFill>
                <a:schemeClr val="dk1"/>
              </a:solidFill>
              <a:effectLst/>
              <a:uFillTx/>
              <a:latin typeface="Aptos Light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866520" y="1127160"/>
            <a:ext cx="10442160" cy="523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Modelo:</a:t>
            </a: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 Blackview MP60 (Intel Alder Lake N95)</a:t>
            </a:r>
            <a:endParaRPr lang="es-ES" sz="18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Precio: </a:t>
            </a: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299,00 € (Incluye Windows 11 Pro preinstalado)</a:t>
            </a:r>
            <a:endParaRPr lang="es-ES" sz="18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URL:</a:t>
            </a: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 </a:t>
            </a:r>
            <a:r>
              <a:rPr lang="es-ES" sz="1800" b="0" u="sng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  <a:hlinkClick r:id="rId1"/>
              </a:rPr>
              <a:t>Enlace</a:t>
            </a:r>
            <a:endParaRPr lang="es-ES" sz="18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1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Pros:</a:t>
            </a:r>
            <a:endParaRPr lang="es-ES" sz="18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 Formato ultra compacto (se puede montar detrás del monitor).</a:t>
            </a:r>
            <a:endParaRPr lang="es-ES" sz="18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 Más barato y listo para usar (Plug &amp; Play con SO incluido).</a:t>
            </a:r>
            <a:endParaRPr lang="es-ES" sz="18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 Doble salida HDMI para dos monitores 4K.</a:t>
            </a:r>
            <a:endParaRPr lang="es-ES" sz="18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1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Contras</a:t>
            </a: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:</a:t>
            </a:r>
            <a:endParaRPr lang="es-ES" sz="18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 Potencia muy inferior a la Opción A.</a:t>
            </a:r>
            <a:endParaRPr lang="es-ES" sz="18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 RAM limitada a 16 GB y no ampliable.</a:t>
            </a:r>
            <a:endParaRPr lang="es-ES" sz="18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 Si se rompe una pieza interna, hay que cambiar todo el equipo.</a:t>
            </a:r>
            <a:endParaRPr lang="es-ES" sz="18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s-ES" sz="16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
             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28532DF-1D8D-4DFC-BB6D-AEA681C48837}" type="slidenum">
              <a:t>7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2ABC3578-0B3C-4B04-B0EC-2FC24B292C3B}" type="datetime1">
              <a:rPr lang="es-ES"/>
              <a:t>10/03/2026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871200" y="-5760"/>
            <a:ext cx="10449360" cy="80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lang="es-ES" sz="4000" b="0" u="none" strike="noStrike">
                <a:solidFill>
                  <a:schemeClr val="dk2"/>
                </a:solidFill>
                <a:effectLst/>
                <a:uFillTx/>
                <a:latin typeface="Walbaum Display"/>
                <a:ea typeface="Walbaum Display"/>
              </a:rPr>
              <a:t>Comparación final A vs B</a:t>
            </a:r>
            <a:endParaRPr lang="es-ES" sz="4000" b="0" u="none" strike="noStrike">
              <a:solidFill>
                <a:schemeClr val="dk1"/>
              </a:solidFill>
              <a:effectLst/>
              <a:uFillTx/>
              <a:latin typeface="Aptos Light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877680" y="1104480"/>
            <a:ext cx="10442160" cy="49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1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¿Qué opción elegir para una oficina real?</a:t>
            </a:r>
            <a:endParaRPr lang="es-ES" sz="20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Elección:</a:t>
            </a: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 La Opción B (Mini PC).</a:t>
            </a:r>
            <a:endParaRPr lang="es-ES" sz="20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Motivo:</a:t>
            </a: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 Para tareas básicas, no hace falta la potencia bruta del PC por piezas. Cuesta la mitad , ocupa menos espacio y ya trae el Windows instalado, ahorrando tiempo de montaje. El PC a piezas solo lo usaría para puestos con cargas de trabajo muy pesadas.</a:t>
            </a:r>
            <a:endParaRPr lang="es-ES" sz="20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s-ES" sz="20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1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¿Qué he aprendido sobre compatibilidad?</a:t>
            </a:r>
            <a:endParaRPr lang="es-ES" sz="20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Que montar un PC es como un puzzle, donde la placa base manda. Teniendo que coincidir todo exactamente con ella (el socket, el tipo de RAM...) y si no, no encaja. </a:t>
            </a:r>
            <a:endParaRPr lang="es-ES" sz="20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Y sobre los equipos ya montados (como el Mini PC), he visto que pagas por la comodidad, pero sacrificas poder "trastear" o ampliar el ordenador en el futuro si se queda corto.</a:t>
            </a:r>
            <a:endParaRPr lang="es-ES" sz="20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s-ES" sz="20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s-ES" sz="2000" b="0" u="none" strike="noStrike">
              <a:solidFill>
                <a:schemeClr val="dk2"/>
              </a:solidFill>
              <a:effectLst/>
              <a:uFillTx/>
              <a:latin typeface="Aptos Light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
             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E80C852-BA02-42B4-BA7D-323B0BF739E6}" type="slidenum">
              <a:t>8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339069B8-1727-4A34-A6D4-5782B0F0CFC6}" type="datetime1">
              <a:rPr lang="es-ES"/>
              <a:t>10/03/2026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BohoVogueVTI">
  <a:themeElements>
    <a:clrScheme name="BohoVogueVTI">
      <a:dk1>
        <a:srgbClr val="000000"/>
      </a:dk1>
      <a:lt1>
        <a:srgbClr val="ffffff"/>
      </a:lt1>
      <a:dk2>
        <a:srgbClr val="35403a"/>
      </a:dk2>
      <a:lt2>
        <a:srgbClr val="f1efeb"/>
      </a:lt2>
      <a:accent1>
        <a:srgbClr val="9e8b50"/>
      </a:accent1>
      <a:accent2>
        <a:srgbClr val="d5966b"/>
      </a:accent2>
      <a:accent3>
        <a:srgbClr val="9ba6bb"/>
      </a:accent3>
      <a:accent4>
        <a:srgbClr val="869880"/>
      </a:accent4>
      <a:accent5>
        <a:srgbClr val="588267"/>
      </a:accent5>
      <a:accent6>
        <a:srgbClr val="b89c46"/>
      </a:accent6>
      <a:hlink>
        <a:srgbClr val="c77138"/>
      </a:hlink>
      <a:folHlink>
        <a:srgbClr val="589374"/>
      </a:folHlink>
    </a:clrScheme>
    <a:fontScheme name="BohoVogueVTI">
      <a:majorFont>
        <a:latin typeface="Walbaum Display" pitchFamily="0" charset="1"/>
        <a:ea typeface=""/>
        <a:cs typeface=""/>
      </a:majorFont>
      <a:minorFont>
        <a:latin typeface="Aptos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</TotalTime>
  <Application>LibreOffice/25.8.4.2$Linux_X86_64 LibreOffice_project/580$Build-2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2026-02-27T10:51:55Z</dcterms:created>
  <dc:creator/>
  <dc:description/>
  <dc:language>es-ES</dc:language>
  <cp:lastModifiedBy/>
  <dcterms:modified xsi:type="dcterms:W3CDTF">2026-03-10T16:23:30Z</dcterms:modified>
  <cp:revision>267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Panorámica</vt:lpwstr>
  </property>
  <property fmtid="{D5CDD505-2E9C-101B-9397-08002B2CF9AE}" pid="3" name="Slides">
    <vt:i4>8</vt:i4>
  </property>
</Properties>
</file>